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6" r:id="rId7"/>
    <p:sldId id="267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99CC"/>
    <a:srgbClr val="FF3399"/>
    <a:srgbClr val="00FF00"/>
    <a:srgbClr val="FF6699"/>
    <a:srgbClr val="00FF99"/>
    <a:srgbClr val="FF33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29DFB-8D26-4844-B761-9A83CCCD517D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92E8-DB5F-4093-87AA-13E9C64CD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3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fld id="{7A926AE3-2C7E-41D7-A23C-5AF3C4583FD1}" type="slidenum">
              <a:rPr lang="en-US" altLang="en-US" sz="1200" smtClean="0"/>
              <a:pPr>
                <a:defRPr/>
              </a:pPr>
              <a:t>1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13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fld id="{30889014-940B-43FE-B1B9-F40209FD345A}" type="slidenum">
              <a:rPr lang="en-US" altLang="en-US" sz="1200" smtClean="0"/>
              <a:pPr>
                <a:defRPr/>
              </a:pPr>
              <a:t>2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05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6:</a:t>
            </a:r>
          </a:p>
          <a:p>
            <a:r>
              <a:rPr lang="en-US" altLang="en-US" dirty="0"/>
              <a:t>Securing the Cloud</a:t>
            </a:r>
          </a:p>
        </p:txBody>
      </p:sp>
    </p:spTree>
    <p:extLst>
      <p:ext uri="{BB962C8B-B14F-4D97-AF65-F5344CB8AC3E}">
        <p14:creationId xmlns:p14="http://schemas.microsoft.com/office/powerpoint/2010/main" val="5835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1628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6: Securing the Cloud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Summarize cloud and virtualization concepts</a:t>
            </a:r>
          </a:p>
        </p:txBody>
      </p:sp>
    </p:spTree>
    <p:extLst>
      <p:ext uri="{BB962C8B-B14F-4D97-AF65-F5344CB8AC3E}">
        <p14:creationId xmlns:p14="http://schemas.microsoft.com/office/powerpoint/2010/main" val="21463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	Cloud Computing Service Models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Software as a Service (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SaaS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Platform as a Service (</a:t>
            </a:r>
            <a:r>
              <a:rPr lang="en-US" alt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Infrastructure as a Service (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IaaS</a:t>
            </a:r>
            <a:r>
              <a:rPr lang="en-US" altLang="en-US" dirty="0"/>
              <a:t>)</a:t>
            </a:r>
          </a:p>
          <a:p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{{Run Through examples of each}}</a:t>
            </a:r>
          </a:p>
        </p:txBody>
      </p:sp>
    </p:spTree>
    <p:extLst>
      <p:ext uri="{BB962C8B-B14F-4D97-AF65-F5344CB8AC3E}">
        <p14:creationId xmlns:p14="http://schemas.microsoft.com/office/powerpoint/2010/main" val="160947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Cloud Delivery Models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</a:p>
          <a:p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</a:p>
          <a:p>
            <a:r>
              <a:rPr lang="en-US" altLang="en-US" b="1" i="1" u="sng" dirty="0">
                <a:solidFill>
                  <a:srgbClr val="00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</a:t>
            </a:r>
          </a:p>
          <a:p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</a:t>
            </a:r>
          </a:p>
        </p:txBody>
      </p:sp>
    </p:spTree>
    <p:extLst>
      <p:ext uri="{BB962C8B-B14F-4D97-AF65-F5344CB8AC3E}">
        <p14:creationId xmlns:p14="http://schemas.microsoft.com/office/powerpoint/2010/main" val="65958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5635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Virtualization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0" y="990600"/>
            <a:ext cx="64008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Technique to create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Virtual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 Objects</a:t>
            </a:r>
          </a:p>
          <a:p>
            <a:pPr lvl="1"/>
            <a:r>
              <a:rPr lang="en-US" altLang="en-US" dirty="0"/>
              <a:t>Virtual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 Objects</a:t>
            </a:r>
          </a:p>
          <a:p>
            <a:pPr lvl="2"/>
            <a:r>
              <a:rPr lang="en-US" altLang="en-US" dirty="0"/>
              <a:t>Uses and </a:t>
            </a:r>
            <a:r>
              <a:rPr lang="en-US" alt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Emulation</a:t>
            </a:r>
            <a:r>
              <a:rPr lang="en-US" altLang="en-US" dirty="0"/>
              <a:t> Technique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Hypervisors: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I</a:t>
            </a:r>
            <a:r>
              <a:rPr lang="en-US" altLang="en-US" dirty="0"/>
              <a:t> model is known as “bare metal.”</a:t>
            </a:r>
          </a:p>
          <a:p>
            <a:pPr lvl="2"/>
            <a:r>
              <a:rPr lang="en-US" altLang="en-US" dirty="0"/>
              <a:t>Can boot without an under-lying operating system</a:t>
            </a:r>
          </a:p>
          <a:p>
            <a:pPr lvl="2"/>
            <a:r>
              <a:rPr lang="en-US" altLang="en-US" dirty="0"/>
              <a:t>“IS” the OS and the Virtualization Control Code all in one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II </a:t>
            </a:r>
            <a:r>
              <a:rPr lang="en-US" altLang="en-US" dirty="0"/>
              <a:t>model is known as “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Hosted</a:t>
            </a:r>
            <a:r>
              <a:rPr lang="en-US" altLang="en-US" dirty="0"/>
              <a:t>.”</a:t>
            </a:r>
          </a:p>
          <a:p>
            <a:pPr lvl="2"/>
            <a:r>
              <a:rPr lang="en-US" altLang="en-US" dirty="0"/>
              <a:t>Requires the operating system and is dependent on it</a:t>
            </a:r>
          </a:p>
          <a:p>
            <a:pPr lvl="2"/>
            <a:r>
              <a:rPr lang="en-US" altLang="en-US" dirty="0"/>
              <a:t>All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Desktop Virtualization Tools </a:t>
            </a:r>
            <a:r>
              <a:rPr lang="en-US" altLang="en-US" dirty="0"/>
              <a:t>are Type II:</a:t>
            </a:r>
          </a:p>
          <a:p>
            <a:pPr lvl="3"/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Oracle VirtualBox</a:t>
            </a:r>
          </a:p>
          <a:p>
            <a:pPr lvl="3"/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 Desktop Virtualization </a:t>
            </a:r>
          </a:p>
          <a:p>
            <a:pPr lvl="3"/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VMware Workstation</a:t>
            </a:r>
          </a:p>
        </p:txBody>
      </p:sp>
    </p:spTree>
    <p:extLst>
      <p:ext uri="{BB962C8B-B14F-4D97-AF65-F5344CB8AC3E}">
        <p14:creationId xmlns:p14="http://schemas.microsoft.com/office/powerpoint/2010/main" val="358962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95400"/>
            <a:ext cx="6705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Containers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Cells</a:t>
            </a:r>
          </a:p>
          <a:p>
            <a:pPr lvl="1"/>
            <a:r>
              <a:rPr lang="en-US" dirty="0"/>
              <a:t>Alternative to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Hypervisor-Generated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“full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VM’s</a:t>
            </a:r>
            <a:r>
              <a:rPr lang="en-US" dirty="0">
                <a:solidFill>
                  <a:srgbClr val="0070C0"/>
                </a:solidFill>
              </a:rPr>
              <a:t>;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sometimes referred to as “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Containers</a:t>
            </a:r>
            <a:r>
              <a:rPr lang="en-US" dirty="0"/>
              <a:t>.” </a:t>
            </a:r>
          </a:p>
          <a:p>
            <a:pPr lvl="1"/>
            <a:r>
              <a:rPr lang="en-US" dirty="0"/>
              <a:t>A piece of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/>
              <a:t> is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Bundled</a:t>
            </a:r>
            <a:r>
              <a:rPr lang="en-US" dirty="0"/>
              <a:t> with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everything that it needs </a:t>
            </a:r>
            <a:r>
              <a:rPr lang="en-US" dirty="0"/>
              <a:t>to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the need </a:t>
            </a:r>
            <a:r>
              <a:rPr lang="en-US" dirty="0"/>
              <a:t>to </a:t>
            </a:r>
            <a:r>
              <a:rPr 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Launch</a:t>
            </a:r>
            <a:r>
              <a:rPr lang="en-US" dirty="0"/>
              <a:t> an entire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</a:t>
            </a:r>
            <a:r>
              <a:rPr lang="en-US" dirty="0"/>
              <a:t> for each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Containers are an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System–Level Virtualization Method </a:t>
            </a:r>
            <a:r>
              <a:rPr lang="en-US" dirty="0"/>
              <a:t>for running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Multiple</a:t>
            </a:r>
            <a:r>
              <a:rPr lang="en-US" dirty="0"/>
              <a:t> isolated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r>
              <a:rPr lang="en-US" dirty="0"/>
              <a:t> on a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Host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</a:t>
            </a:r>
            <a:r>
              <a:rPr lang="en-US" dirty="0"/>
              <a:t> a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Single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Kernel</a:t>
            </a:r>
          </a:p>
          <a:p>
            <a:pPr lvl="2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Usually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Linux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Linux-Based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</a:t>
            </a:r>
            <a:r>
              <a:rPr 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Much Lighter-Weight than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VM’s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0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Feature and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VDI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VDE</a:t>
            </a:r>
          </a:p>
          <a:p>
            <a:pPr lvl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Desktop Virtualization Tools</a:t>
            </a:r>
            <a:endParaRPr lang="en-US" dirty="0"/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On-Premise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Hosted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 Escape </a:t>
            </a:r>
            <a:r>
              <a:rPr lang="en-US" dirty="0"/>
              <a:t>protection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Hypervisor</a:t>
            </a:r>
            <a:r>
              <a:rPr lang="en-US" dirty="0"/>
              <a:t> Attacks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 Sprawl </a:t>
            </a:r>
            <a:r>
              <a:rPr lang="en-US" dirty="0"/>
              <a:t>avoidance</a:t>
            </a:r>
          </a:p>
          <a:p>
            <a:pPr lvl="1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Phenomenon</a:t>
            </a:r>
            <a:r>
              <a:rPr lang="en-US" dirty="0"/>
              <a:t> that occurs when the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Number</a:t>
            </a:r>
            <a:r>
              <a:rPr lang="en-US" dirty="0"/>
              <a:t> of virtual machines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VMs</a:t>
            </a:r>
            <a:r>
              <a:rPr lang="en-US" dirty="0"/>
              <a:t>) on a network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Reaches the Point </a:t>
            </a:r>
            <a:r>
              <a:rPr lang="en-US" dirty="0"/>
              <a:t>where the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Administrator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no longer manage them effectively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33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Security and the Cloud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sz="4000" dirty="0"/>
              <a:t>Cloud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Security Brokers:</a:t>
            </a:r>
          </a:p>
          <a:p>
            <a:pPr lvl="1"/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On-premises</a:t>
            </a:r>
            <a:r>
              <a:rPr lang="en-US" altLang="en-US" sz="3600" dirty="0"/>
              <a:t> or </a:t>
            </a:r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Based </a:t>
            </a:r>
            <a:r>
              <a:rPr lang="en-US" altLang="en-US" sz="3600" dirty="0"/>
              <a:t>Software </a:t>
            </a:r>
          </a:p>
          <a:p>
            <a:pPr lvl="1"/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Sits Between </a:t>
            </a:r>
            <a:r>
              <a:rPr lang="en-US" altLang="en-US" sz="36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Service </a:t>
            </a:r>
            <a:r>
              <a:rPr lang="en-US" altLang="en-US" sz="36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 </a:t>
            </a:r>
            <a:r>
              <a:rPr lang="en-US" altLang="en-US" sz="3600" dirty="0"/>
              <a:t>and </a:t>
            </a:r>
            <a:r>
              <a:rPr lang="en-US" altLang="en-US" sz="36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</a:t>
            </a:r>
            <a:r>
              <a:rPr lang="en-US" altLang="en-US" sz="3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r>
              <a:rPr lang="en-US" altLang="en-US" sz="36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Monitors</a:t>
            </a:r>
            <a:r>
              <a:rPr lang="en-US" altLang="en-US" sz="3600" dirty="0"/>
              <a:t> all activity </a:t>
            </a:r>
          </a:p>
          <a:p>
            <a:pPr lvl="1"/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Enforces</a:t>
            </a:r>
            <a:r>
              <a:rPr lang="en-US" altLang="en-US" sz="3600" dirty="0"/>
              <a:t> </a:t>
            </a:r>
            <a:r>
              <a:rPr lang="en-US" altLang="en-US" sz="3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en-US" altLang="en-US" sz="3600" dirty="0"/>
              <a:t> </a:t>
            </a:r>
            <a:r>
              <a:rPr lang="en-US" altLang="en-US" sz="3600" b="1" i="1" u="sng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</a:p>
          <a:p>
            <a:r>
              <a:rPr lang="en-US" altLang="en-US" sz="4000" dirty="0"/>
              <a:t>Cloud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</a:t>
            </a:r>
          </a:p>
          <a:p>
            <a:r>
              <a:rPr lang="en-US" altLang="en-US" sz="4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Evolving “Service”:</a:t>
            </a:r>
          </a:p>
          <a:p>
            <a:pPr lvl="1"/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as a Service </a:t>
            </a:r>
            <a:r>
              <a:rPr lang="en-US" altLang="en-US" sz="3600" dirty="0"/>
              <a:t>(</a:t>
            </a:r>
            <a:r>
              <a:rPr lang="en-US" altLang="en-US" sz="36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SECaas</a:t>
            </a:r>
            <a:r>
              <a:rPr lang="en-US" altLang="en-US" sz="3600" dirty="0"/>
              <a:t>)</a:t>
            </a:r>
          </a:p>
          <a:p>
            <a:pPr lvl="2"/>
            <a:r>
              <a:rPr lang="en-US" altLang="en-US" sz="32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{Discuss </a:t>
            </a:r>
            <a:r>
              <a:rPr lang="en-US" altLang="en-US" sz="32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</a:t>
            </a:r>
            <a:r>
              <a:rPr lang="en-US" altLang="en-US" sz="32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altLang="en-US" sz="3200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Azure</a:t>
            </a:r>
            <a:r>
              <a:rPr lang="en-US" altLang="en-US" sz="32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Limited </a:t>
            </a:r>
            <a:r>
              <a:rPr lang="en-US" altLang="en-US" sz="32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SDN</a:t>
            </a:r>
            <a:r>
              <a:rPr lang="en-US" altLang="en-US" sz="32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Customizations}</a:t>
            </a:r>
          </a:p>
        </p:txBody>
      </p:sp>
    </p:spTree>
    <p:extLst>
      <p:ext uri="{BB962C8B-B14F-4D97-AF65-F5344CB8AC3E}">
        <p14:creationId xmlns:p14="http://schemas.microsoft.com/office/powerpoint/2010/main" val="421974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335</Words>
  <Application>Microsoft Office PowerPoint</Application>
  <PresentationFormat>On-screen Show (4:3)</PresentationFormat>
  <Paragraphs>58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CompTIA Security+ Study Guide (SY0-501)</vt:lpstr>
      <vt:lpstr>Chapter 6: Securing the Cloud</vt:lpstr>
      <vt:lpstr> Cloud Computing Service Models</vt:lpstr>
      <vt:lpstr>Cloud Delivery Models</vt:lpstr>
      <vt:lpstr>Virtualization</vt:lpstr>
      <vt:lpstr>Virtualization Continued</vt:lpstr>
      <vt:lpstr>Cloud Feature and Options</vt:lpstr>
      <vt:lpstr>Security and the Cloud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16</cp:revision>
  <dcterms:created xsi:type="dcterms:W3CDTF">2013-06-05T20:52:46Z</dcterms:created>
  <dcterms:modified xsi:type="dcterms:W3CDTF">2020-04-15T16:18:50Z</dcterms:modified>
</cp:coreProperties>
</file>