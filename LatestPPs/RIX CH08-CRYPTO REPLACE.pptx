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8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9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7" r:id="rId1"/>
  </p:sldMasterIdLst>
  <p:notesMasterIdLst>
    <p:notesMasterId r:id="rId55"/>
  </p:notesMasterIdLst>
  <p:sldIdLst>
    <p:sldId id="256" r:id="rId2"/>
    <p:sldId id="291" r:id="rId3"/>
    <p:sldId id="283" r:id="rId4"/>
    <p:sldId id="300" r:id="rId5"/>
    <p:sldId id="301" r:id="rId6"/>
    <p:sldId id="284" r:id="rId7"/>
    <p:sldId id="285" r:id="rId8"/>
    <p:sldId id="286" r:id="rId9"/>
    <p:sldId id="290" r:id="rId10"/>
    <p:sldId id="289" r:id="rId11"/>
    <p:sldId id="288" r:id="rId12"/>
    <p:sldId id="302" r:id="rId13"/>
    <p:sldId id="287" r:id="rId14"/>
    <p:sldId id="303" r:id="rId15"/>
    <p:sldId id="304" r:id="rId16"/>
    <p:sldId id="292" r:id="rId17"/>
    <p:sldId id="293" r:id="rId18"/>
    <p:sldId id="294" r:id="rId19"/>
    <p:sldId id="257" r:id="rId20"/>
    <p:sldId id="259" r:id="rId21"/>
    <p:sldId id="260" r:id="rId22"/>
    <p:sldId id="262" r:id="rId23"/>
    <p:sldId id="264" r:id="rId24"/>
    <p:sldId id="267" r:id="rId25"/>
    <p:sldId id="268" r:id="rId26"/>
    <p:sldId id="269" r:id="rId27"/>
    <p:sldId id="295" r:id="rId28"/>
    <p:sldId id="270" r:id="rId29"/>
    <p:sldId id="282" r:id="rId30"/>
    <p:sldId id="296" r:id="rId31"/>
    <p:sldId id="272" r:id="rId32"/>
    <p:sldId id="277" r:id="rId33"/>
    <p:sldId id="278" r:id="rId34"/>
    <p:sldId id="273" r:id="rId35"/>
    <p:sldId id="310" r:id="rId36"/>
    <p:sldId id="311" r:id="rId37"/>
    <p:sldId id="312" r:id="rId38"/>
    <p:sldId id="305" r:id="rId39"/>
    <p:sldId id="306" r:id="rId40"/>
    <p:sldId id="309" r:id="rId41"/>
    <p:sldId id="274" r:id="rId42"/>
    <p:sldId id="275" r:id="rId43"/>
    <p:sldId id="313" r:id="rId44"/>
    <p:sldId id="314" r:id="rId45"/>
    <p:sldId id="276" r:id="rId46"/>
    <p:sldId id="279" r:id="rId47"/>
    <p:sldId id="280" r:id="rId48"/>
    <p:sldId id="307" r:id="rId49"/>
    <p:sldId id="308" r:id="rId50"/>
    <p:sldId id="297" r:id="rId51"/>
    <p:sldId id="298" r:id="rId52"/>
    <p:sldId id="299" r:id="rId53"/>
    <p:sldId id="281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990000"/>
    <a:srgbClr val="FF9900"/>
    <a:srgbClr val="00FFCC"/>
    <a:srgbClr val="FFCC99"/>
    <a:srgbClr val="CC0099"/>
    <a:srgbClr val="FF6600"/>
    <a:srgbClr val="99CC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0925" autoAdjust="0"/>
  </p:normalViewPr>
  <p:slideViewPr>
    <p:cSldViewPr>
      <p:cViewPr varScale="1">
        <p:scale>
          <a:sx n="79" d="100"/>
          <a:sy n="79" d="100"/>
        </p:scale>
        <p:origin x="18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image" Target="../media/image15.png"/><Relationship Id="rId4" Type="http://schemas.openxmlformats.org/officeDocument/2006/relationships/image" Target="../media/image18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image" Target="../media/image15.png"/><Relationship Id="rId4" Type="http://schemas.openxmlformats.org/officeDocument/2006/relationships/image" Target="../media/image1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84FFEF-97FC-466D-8759-3A9857F7A54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3F08AE-5F9D-41B4-A002-65E250C7D8A7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Confidentiality</a:t>
          </a:r>
          <a:endParaRPr lang="en-US" sz="2400" b="1" i="1" u="sng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2293D4-4A37-4986-9DC6-E4662B5BC1D7}" type="parTrans" cxnId="{92552E23-6A13-4C4C-A830-A422CE81AE67}">
      <dgm:prSet custT="1"/>
      <dgm:spPr/>
      <dgm:t>
        <a:bodyPr/>
        <a:lstStyle/>
        <a:p>
          <a:endParaRPr lang="en-US" sz="2400" dirty="0"/>
        </a:p>
      </dgm:t>
    </dgm:pt>
    <dgm:pt modelId="{D40B44A1-2C15-4514-B52F-8CF7E4FF2734}" type="sibTrans" cxnId="{92552E23-6A13-4C4C-A830-A422CE81AE67}">
      <dgm:prSet/>
      <dgm:spPr/>
      <dgm:t>
        <a:bodyPr/>
        <a:lstStyle/>
        <a:p>
          <a:endParaRPr lang="en-US" sz="2400"/>
        </a:p>
      </dgm:t>
    </dgm:pt>
    <dgm:pt modelId="{58CCDBF0-4D1D-432D-B297-7893D8CA1842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Integrity</a:t>
          </a:r>
          <a:endParaRPr lang="en-US" sz="2400" b="1" i="1" u="sng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5672035-7FD1-4287-A45E-B396466A5D60}" type="parTrans" cxnId="{622A4426-42E7-4940-9AA8-B09F8094DD7C}">
      <dgm:prSet custT="1"/>
      <dgm:spPr/>
      <dgm:t>
        <a:bodyPr/>
        <a:lstStyle/>
        <a:p>
          <a:endParaRPr lang="en-US" sz="2400" dirty="0"/>
        </a:p>
      </dgm:t>
    </dgm:pt>
    <dgm:pt modelId="{83FE979A-630D-4AAD-B881-67FA2AA3F4E2}" type="sibTrans" cxnId="{622A4426-42E7-4940-9AA8-B09F8094DD7C}">
      <dgm:prSet/>
      <dgm:spPr/>
      <dgm:t>
        <a:bodyPr/>
        <a:lstStyle/>
        <a:p>
          <a:endParaRPr lang="en-US" sz="2400"/>
        </a:p>
      </dgm:t>
    </dgm:pt>
    <dgm:pt modelId="{FDF144FD-6972-430E-A90F-82CAF8791B28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Nonrepudiation</a:t>
          </a:r>
          <a:endParaRPr lang="en-US" sz="2400" b="1" i="1" u="sng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94CEBC2-F592-4D33-8495-0ED703FD4A0E}" type="parTrans" cxnId="{23A9972A-EDD8-4F5B-8998-FA63923F4B50}">
      <dgm:prSet custT="1"/>
      <dgm:spPr/>
      <dgm:t>
        <a:bodyPr/>
        <a:lstStyle/>
        <a:p>
          <a:endParaRPr lang="en-US" sz="2400" dirty="0"/>
        </a:p>
      </dgm:t>
    </dgm:pt>
    <dgm:pt modelId="{D38476F1-04A9-4799-9421-5C06ED0C8312}" type="sibTrans" cxnId="{23A9972A-EDD8-4F5B-8998-FA63923F4B50}">
      <dgm:prSet/>
      <dgm:spPr/>
      <dgm:t>
        <a:bodyPr/>
        <a:lstStyle/>
        <a:p>
          <a:endParaRPr lang="en-US" sz="2400"/>
        </a:p>
      </dgm:t>
    </dgm:pt>
    <dgm:pt modelId="{2A8C596B-8DAA-41E0-A466-4469F4E1F540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Authentication</a:t>
          </a:r>
          <a:endParaRPr lang="en-US" sz="2400" b="1" i="1" u="sng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92A40B-8A8D-48C7-B883-AA970E219153}" type="parTrans" cxnId="{8C1BF01B-6901-4C2E-8F85-9C9B6E1EFD24}">
      <dgm:prSet custT="1"/>
      <dgm:spPr/>
      <dgm:t>
        <a:bodyPr/>
        <a:lstStyle/>
        <a:p>
          <a:endParaRPr lang="en-US" sz="2400" dirty="0"/>
        </a:p>
      </dgm:t>
    </dgm:pt>
    <dgm:pt modelId="{4984201B-EB41-4A35-AC15-E6C20ED5DB95}" type="sibTrans" cxnId="{8C1BF01B-6901-4C2E-8F85-9C9B6E1EFD24}">
      <dgm:prSet/>
      <dgm:spPr/>
      <dgm:t>
        <a:bodyPr/>
        <a:lstStyle/>
        <a:p>
          <a:endParaRPr lang="en-US" sz="2400"/>
        </a:p>
      </dgm:t>
    </dgm:pt>
    <dgm:pt modelId="{2ACA2B07-0F53-41CD-A5CD-CA5BA12CC26E}">
      <dgm:prSet custT="1"/>
      <dgm:spPr/>
      <dgm:t>
        <a:bodyPr/>
        <a:lstStyle/>
        <a:p>
          <a:pPr rtl="0"/>
          <a:r>
            <a:rPr lang="en-US" sz="4000" b="1" i="1" u="sng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Goals</a:t>
          </a:r>
          <a:endParaRPr lang="en-US" sz="2400" b="1" i="1" u="sng"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2F4637-69EC-4891-B9B5-F4EB912ED9EB}" type="parTrans" cxnId="{B69B52C2-612D-4B7C-9395-4A10441DDC64}">
      <dgm:prSet/>
      <dgm:spPr/>
      <dgm:t>
        <a:bodyPr/>
        <a:lstStyle/>
        <a:p>
          <a:endParaRPr lang="en-US" sz="2400"/>
        </a:p>
      </dgm:t>
    </dgm:pt>
    <dgm:pt modelId="{FB9C8343-D968-4815-9530-FAB2CEAF3A37}" type="sibTrans" cxnId="{B69B52C2-612D-4B7C-9395-4A10441DDC64}">
      <dgm:prSet/>
      <dgm:spPr/>
      <dgm:t>
        <a:bodyPr/>
        <a:lstStyle/>
        <a:p>
          <a:endParaRPr lang="en-US" sz="2400"/>
        </a:p>
      </dgm:t>
    </dgm:pt>
    <dgm:pt modelId="{FDBFBC4A-50B0-4484-B72A-C6212A14C543}" type="pres">
      <dgm:prSet presAssocID="{2284FFEF-97FC-466D-8759-3A9857F7A54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0638CF4-04A5-426D-A870-C8ED09639442}" type="pres">
      <dgm:prSet presAssocID="{2ACA2B07-0F53-41CD-A5CD-CA5BA12CC26E}" presName="root1" presStyleCnt="0"/>
      <dgm:spPr/>
    </dgm:pt>
    <dgm:pt modelId="{2ABAB4ED-A120-449A-945D-B705432AA872}" type="pres">
      <dgm:prSet presAssocID="{2ACA2B07-0F53-41CD-A5CD-CA5BA12CC26E}" presName="LevelOneTextNode" presStyleLbl="node0" presStyleIdx="0" presStyleCnt="1">
        <dgm:presLayoutVars>
          <dgm:chPref val="3"/>
        </dgm:presLayoutVars>
      </dgm:prSet>
      <dgm:spPr/>
    </dgm:pt>
    <dgm:pt modelId="{0953C11E-DA1A-4C65-A908-09D3BC73C281}" type="pres">
      <dgm:prSet presAssocID="{2ACA2B07-0F53-41CD-A5CD-CA5BA12CC26E}" presName="level2hierChild" presStyleCnt="0"/>
      <dgm:spPr/>
    </dgm:pt>
    <dgm:pt modelId="{AC081775-F231-4D11-8CD2-FCF0B4180ED4}" type="pres">
      <dgm:prSet presAssocID="{752293D4-4A37-4986-9DC6-E4662B5BC1D7}" presName="conn2-1" presStyleLbl="parChTrans1D2" presStyleIdx="0" presStyleCnt="4"/>
      <dgm:spPr/>
    </dgm:pt>
    <dgm:pt modelId="{C0EA523B-0784-48BE-A830-0321610254AD}" type="pres">
      <dgm:prSet presAssocID="{752293D4-4A37-4986-9DC6-E4662B5BC1D7}" presName="connTx" presStyleLbl="parChTrans1D2" presStyleIdx="0" presStyleCnt="4"/>
      <dgm:spPr/>
    </dgm:pt>
    <dgm:pt modelId="{50A3496D-1E09-4C1E-A475-13D85A1B33F3}" type="pres">
      <dgm:prSet presAssocID="{E63F08AE-5F9D-41B4-A002-65E250C7D8A7}" presName="root2" presStyleCnt="0"/>
      <dgm:spPr/>
    </dgm:pt>
    <dgm:pt modelId="{821C4D3F-58E8-45C5-AAE3-E055D7A85ACC}" type="pres">
      <dgm:prSet presAssocID="{E63F08AE-5F9D-41B4-A002-65E250C7D8A7}" presName="LevelTwoTextNode" presStyleLbl="node2" presStyleIdx="0" presStyleCnt="4">
        <dgm:presLayoutVars>
          <dgm:chPref val="3"/>
        </dgm:presLayoutVars>
      </dgm:prSet>
      <dgm:spPr/>
    </dgm:pt>
    <dgm:pt modelId="{9C0D791C-3746-4481-B525-2D86A09E3786}" type="pres">
      <dgm:prSet presAssocID="{E63F08AE-5F9D-41B4-A002-65E250C7D8A7}" presName="level3hierChild" presStyleCnt="0"/>
      <dgm:spPr/>
    </dgm:pt>
    <dgm:pt modelId="{844E89FC-4F40-4C64-9DED-3C0178728489}" type="pres">
      <dgm:prSet presAssocID="{E5672035-7FD1-4287-A45E-B396466A5D60}" presName="conn2-1" presStyleLbl="parChTrans1D2" presStyleIdx="1" presStyleCnt="4"/>
      <dgm:spPr/>
    </dgm:pt>
    <dgm:pt modelId="{3D3C2838-0924-4FDD-ADBF-8701DE283F19}" type="pres">
      <dgm:prSet presAssocID="{E5672035-7FD1-4287-A45E-B396466A5D60}" presName="connTx" presStyleLbl="parChTrans1D2" presStyleIdx="1" presStyleCnt="4"/>
      <dgm:spPr/>
    </dgm:pt>
    <dgm:pt modelId="{84ECE22C-024C-48F0-A327-48AAC40CF3F4}" type="pres">
      <dgm:prSet presAssocID="{58CCDBF0-4D1D-432D-B297-7893D8CA1842}" presName="root2" presStyleCnt="0"/>
      <dgm:spPr/>
    </dgm:pt>
    <dgm:pt modelId="{63602869-C2DC-4995-9118-753F6E3B8182}" type="pres">
      <dgm:prSet presAssocID="{58CCDBF0-4D1D-432D-B297-7893D8CA1842}" presName="LevelTwoTextNode" presStyleLbl="node2" presStyleIdx="1" presStyleCnt="4">
        <dgm:presLayoutVars>
          <dgm:chPref val="3"/>
        </dgm:presLayoutVars>
      </dgm:prSet>
      <dgm:spPr/>
    </dgm:pt>
    <dgm:pt modelId="{3D6CD576-6ED4-4C7E-8FCE-DB1DC56A0ABD}" type="pres">
      <dgm:prSet presAssocID="{58CCDBF0-4D1D-432D-B297-7893D8CA1842}" presName="level3hierChild" presStyleCnt="0"/>
      <dgm:spPr/>
    </dgm:pt>
    <dgm:pt modelId="{26B8353E-D65C-4C53-A74E-C561F34B4E9E}" type="pres">
      <dgm:prSet presAssocID="{E94CEBC2-F592-4D33-8495-0ED703FD4A0E}" presName="conn2-1" presStyleLbl="parChTrans1D2" presStyleIdx="2" presStyleCnt="4"/>
      <dgm:spPr/>
    </dgm:pt>
    <dgm:pt modelId="{BAA48C8A-8A78-440E-B86D-F0B3FF3D29D8}" type="pres">
      <dgm:prSet presAssocID="{E94CEBC2-F592-4D33-8495-0ED703FD4A0E}" presName="connTx" presStyleLbl="parChTrans1D2" presStyleIdx="2" presStyleCnt="4"/>
      <dgm:spPr/>
    </dgm:pt>
    <dgm:pt modelId="{27B807E1-BD2D-416D-BF42-818912EA50E7}" type="pres">
      <dgm:prSet presAssocID="{FDF144FD-6972-430E-A90F-82CAF8791B28}" presName="root2" presStyleCnt="0"/>
      <dgm:spPr/>
    </dgm:pt>
    <dgm:pt modelId="{F78AC6DA-58A1-49A8-B52C-6200F684B598}" type="pres">
      <dgm:prSet presAssocID="{FDF144FD-6972-430E-A90F-82CAF8791B28}" presName="LevelTwoTextNode" presStyleLbl="node2" presStyleIdx="2" presStyleCnt="4">
        <dgm:presLayoutVars>
          <dgm:chPref val="3"/>
        </dgm:presLayoutVars>
      </dgm:prSet>
      <dgm:spPr/>
    </dgm:pt>
    <dgm:pt modelId="{0AB0127A-857F-41B4-85E1-14BF745F8B82}" type="pres">
      <dgm:prSet presAssocID="{FDF144FD-6972-430E-A90F-82CAF8791B28}" presName="level3hierChild" presStyleCnt="0"/>
      <dgm:spPr/>
    </dgm:pt>
    <dgm:pt modelId="{FAE1E020-09C9-4C20-A107-B203BE98A778}" type="pres">
      <dgm:prSet presAssocID="{3F92A40B-8A8D-48C7-B883-AA970E219153}" presName="conn2-1" presStyleLbl="parChTrans1D2" presStyleIdx="3" presStyleCnt="4"/>
      <dgm:spPr/>
    </dgm:pt>
    <dgm:pt modelId="{CE4CA473-F241-4469-81A8-29FB1DEC963B}" type="pres">
      <dgm:prSet presAssocID="{3F92A40B-8A8D-48C7-B883-AA970E219153}" presName="connTx" presStyleLbl="parChTrans1D2" presStyleIdx="3" presStyleCnt="4"/>
      <dgm:spPr/>
    </dgm:pt>
    <dgm:pt modelId="{0F82D89D-78BB-494F-8313-9B8FE3C1543E}" type="pres">
      <dgm:prSet presAssocID="{2A8C596B-8DAA-41E0-A466-4469F4E1F540}" presName="root2" presStyleCnt="0"/>
      <dgm:spPr/>
    </dgm:pt>
    <dgm:pt modelId="{526725C4-7574-4B0C-8828-37C30CEF2829}" type="pres">
      <dgm:prSet presAssocID="{2A8C596B-8DAA-41E0-A466-4469F4E1F540}" presName="LevelTwoTextNode" presStyleLbl="node2" presStyleIdx="3" presStyleCnt="4">
        <dgm:presLayoutVars>
          <dgm:chPref val="3"/>
        </dgm:presLayoutVars>
      </dgm:prSet>
      <dgm:spPr/>
    </dgm:pt>
    <dgm:pt modelId="{4A322A07-F896-4246-BFC9-37CE141004C2}" type="pres">
      <dgm:prSet presAssocID="{2A8C596B-8DAA-41E0-A466-4469F4E1F540}" presName="level3hierChild" presStyleCnt="0"/>
      <dgm:spPr/>
    </dgm:pt>
  </dgm:ptLst>
  <dgm:cxnLst>
    <dgm:cxn modelId="{9A899503-08F6-4575-9936-4CA9BDBFECFB}" type="presOf" srcId="{E94CEBC2-F592-4D33-8495-0ED703FD4A0E}" destId="{26B8353E-D65C-4C53-A74E-C561F34B4E9E}" srcOrd="0" destOrd="0" presId="urn:microsoft.com/office/officeart/2008/layout/HorizontalMultiLevelHierarchy"/>
    <dgm:cxn modelId="{5B6AAC0C-2F48-4565-A0EE-5E1160C91810}" type="presOf" srcId="{3F92A40B-8A8D-48C7-B883-AA970E219153}" destId="{CE4CA473-F241-4469-81A8-29FB1DEC963B}" srcOrd="1" destOrd="0" presId="urn:microsoft.com/office/officeart/2008/layout/HorizontalMultiLevelHierarchy"/>
    <dgm:cxn modelId="{8C1BF01B-6901-4C2E-8F85-9C9B6E1EFD24}" srcId="{2ACA2B07-0F53-41CD-A5CD-CA5BA12CC26E}" destId="{2A8C596B-8DAA-41E0-A466-4469F4E1F540}" srcOrd="3" destOrd="0" parTransId="{3F92A40B-8A8D-48C7-B883-AA970E219153}" sibTransId="{4984201B-EB41-4A35-AC15-E6C20ED5DB95}"/>
    <dgm:cxn modelId="{92552E23-6A13-4C4C-A830-A422CE81AE67}" srcId="{2ACA2B07-0F53-41CD-A5CD-CA5BA12CC26E}" destId="{E63F08AE-5F9D-41B4-A002-65E250C7D8A7}" srcOrd="0" destOrd="0" parTransId="{752293D4-4A37-4986-9DC6-E4662B5BC1D7}" sibTransId="{D40B44A1-2C15-4514-B52F-8CF7E4FF2734}"/>
    <dgm:cxn modelId="{622A4426-42E7-4940-9AA8-B09F8094DD7C}" srcId="{2ACA2B07-0F53-41CD-A5CD-CA5BA12CC26E}" destId="{58CCDBF0-4D1D-432D-B297-7893D8CA1842}" srcOrd="1" destOrd="0" parTransId="{E5672035-7FD1-4287-A45E-B396466A5D60}" sibTransId="{83FE979A-630D-4AAD-B881-67FA2AA3F4E2}"/>
    <dgm:cxn modelId="{23A9972A-EDD8-4F5B-8998-FA63923F4B50}" srcId="{2ACA2B07-0F53-41CD-A5CD-CA5BA12CC26E}" destId="{FDF144FD-6972-430E-A90F-82CAF8791B28}" srcOrd="2" destOrd="0" parTransId="{E94CEBC2-F592-4D33-8495-0ED703FD4A0E}" sibTransId="{D38476F1-04A9-4799-9421-5C06ED0C8312}"/>
    <dgm:cxn modelId="{47AA3C3C-7047-4B06-B2CB-38124EE00E06}" type="presOf" srcId="{58CCDBF0-4D1D-432D-B297-7893D8CA1842}" destId="{63602869-C2DC-4995-9118-753F6E3B8182}" srcOrd="0" destOrd="0" presId="urn:microsoft.com/office/officeart/2008/layout/HorizontalMultiLevelHierarchy"/>
    <dgm:cxn modelId="{D2AE4B5C-A540-49C3-A147-B68CAEF8D11F}" type="presOf" srcId="{E94CEBC2-F592-4D33-8495-0ED703FD4A0E}" destId="{BAA48C8A-8A78-440E-B86D-F0B3FF3D29D8}" srcOrd="1" destOrd="0" presId="urn:microsoft.com/office/officeart/2008/layout/HorizontalMultiLevelHierarchy"/>
    <dgm:cxn modelId="{1D0EE774-04BC-43B1-B0A9-3EF03A62840B}" type="presOf" srcId="{E63F08AE-5F9D-41B4-A002-65E250C7D8A7}" destId="{821C4D3F-58E8-45C5-AAE3-E055D7A85ACC}" srcOrd="0" destOrd="0" presId="urn:microsoft.com/office/officeart/2008/layout/HorizontalMultiLevelHierarchy"/>
    <dgm:cxn modelId="{55123F94-8E62-4CE0-904C-7296AC3B6370}" type="presOf" srcId="{2284FFEF-97FC-466D-8759-3A9857F7A54B}" destId="{FDBFBC4A-50B0-4484-B72A-C6212A14C543}" srcOrd="0" destOrd="0" presId="urn:microsoft.com/office/officeart/2008/layout/HorizontalMultiLevelHierarchy"/>
    <dgm:cxn modelId="{66C5489E-8917-4E81-9BFA-7E29872CBAE5}" type="presOf" srcId="{2ACA2B07-0F53-41CD-A5CD-CA5BA12CC26E}" destId="{2ABAB4ED-A120-449A-945D-B705432AA872}" srcOrd="0" destOrd="0" presId="urn:microsoft.com/office/officeart/2008/layout/HorizontalMultiLevelHierarchy"/>
    <dgm:cxn modelId="{136C1A9F-DCC7-4749-BE39-902285C4E20F}" type="presOf" srcId="{E5672035-7FD1-4287-A45E-B396466A5D60}" destId="{844E89FC-4F40-4C64-9DED-3C0178728489}" srcOrd="0" destOrd="0" presId="urn:microsoft.com/office/officeart/2008/layout/HorizontalMultiLevelHierarchy"/>
    <dgm:cxn modelId="{601743AF-6757-47A2-8534-C6B481466002}" type="presOf" srcId="{E5672035-7FD1-4287-A45E-B396466A5D60}" destId="{3D3C2838-0924-4FDD-ADBF-8701DE283F19}" srcOrd="1" destOrd="0" presId="urn:microsoft.com/office/officeart/2008/layout/HorizontalMultiLevelHierarchy"/>
    <dgm:cxn modelId="{7C984AB0-F525-442C-B653-F6D9FB2015A9}" type="presOf" srcId="{FDF144FD-6972-430E-A90F-82CAF8791B28}" destId="{F78AC6DA-58A1-49A8-B52C-6200F684B598}" srcOrd="0" destOrd="0" presId="urn:microsoft.com/office/officeart/2008/layout/HorizontalMultiLevelHierarchy"/>
    <dgm:cxn modelId="{B69B52C2-612D-4B7C-9395-4A10441DDC64}" srcId="{2284FFEF-97FC-466D-8759-3A9857F7A54B}" destId="{2ACA2B07-0F53-41CD-A5CD-CA5BA12CC26E}" srcOrd="0" destOrd="0" parTransId="{252F4637-69EC-4891-B9B5-F4EB912ED9EB}" sibTransId="{FB9C8343-D968-4815-9530-FAB2CEAF3A37}"/>
    <dgm:cxn modelId="{FCF205CD-68A6-4854-A5A0-48DE339950E2}" type="presOf" srcId="{2A8C596B-8DAA-41E0-A466-4469F4E1F540}" destId="{526725C4-7574-4B0C-8828-37C30CEF2829}" srcOrd="0" destOrd="0" presId="urn:microsoft.com/office/officeart/2008/layout/HorizontalMultiLevelHierarchy"/>
    <dgm:cxn modelId="{28FBD5CD-C10B-487B-9A7E-F5D0A1B4E984}" type="presOf" srcId="{752293D4-4A37-4986-9DC6-E4662B5BC1D7}" destId="{AC081775-F231-4D11-8CD2-FCF0B4180ED4}" srcOrd="0" destOrd="0" presId="urn:microsoft.com/office/officeart/2008/layout/HorizontalMultiLevelHierarchy"/>
    <dgm:cxn modelId="{3C3AE7DD-290A-4F17-AD29-E0ABA696746A}" type="presOf" srcId="{3F92A40B-8A8D-48C7-B883-AA970E219153}" destId="{FAE1E020-09C9-4C20-A107-B203BE98A778}" srcOrd="0" destOrd="0" presId="urn:microsoft.com/office/officeart/2008/layout/HorizontalMultiLevelHierarchy"/>
    <dgm:cxn modelId="{74561AF9-9FAE-4D72-B7AB-56E7ABDBC604}" type="presOf" srcId="{752293D4-4A37-4986-9DC6-E4662B5BC1D7}" destId="{C0EA523B-0784-48BE-A830-0321610254AD}" srcOrd="1" destOrd="0" presId="urn:microsoft.com/office/officeart/2008/layout/HorizontalMultiLevelHierarchy"/>
    <dgm:cxn modelId="{7055F1DB-E9F9-49FD-B15D-BBBD937C699E}" type="presParOf" srcId="{FDBFBC4A-50B0-4484-B72A-C6212A14C543}" destId="{D0638CF4-04A5-426D-A870-C8ED09639442}" srcOrd="0" destOrd="0" presId="urn:microsoft.com/office/officeart/2008/layout/HorizontalMultiLevelHierarchy"/>
    <dgm:cxn modelId="{56E9F4ED-3833-4483-AEFA-6AC07D50719C}" type="presParOf" srcId="{D0638CF4-04A5-426D-A870-C8ED09639442}" destId="{2ABAB4ED-A120-449A-945D-B705432AA872}" srcOrd="0" destOrd="0" presId="urn:microsoft.com/office/officeart/2008/layout/HorizontalMultiLevelHierarchy"/>
    <dgm:cxn modelId="{F0BF27EB-E59D-42CB-B743-83D096B622E7}" type="presParOf" srcId="{D0638CF4-04A5-426D-A870-C8ED09639442}" destId="{0953C11E-DA1A-4C65-A908-09D3BC73C281}" srcOrd="1" destOrd="0" presId="urn:microsoft.com/office/officeart/2008/layout/HorizontalMultiLevelHierarchy"/>
    <dgm:cxn modelId="{9C520601-D061-4B7E-9433-FEB6BF2C366C}" type="presParOf" srcId="{0953C11E-DA1A-4C65-A908-09D3BC73C281}" destId="{AC081775-F231-4D11-8CD2-FCF0B4180ED4}" srcOrd="0" destOrd="0" presId="urn:microsoft.com/office/officeart/2008/layout/HorizontalMultiLevelHierarchy"/>
    <dgm:cxn modelId="{4CB4852E-F233-4352-B508-285D8B6D1084}" type="presParOf" srcId="{AC081775-F231-4D11-8CD2-FCF0B4180ED4}" destId="{C0EA523B-0784-48BE-A830-0321610254AD}" srcOrd="0" destOrd="0" presId="urn:microsoft.com/office/officeart/2008/layout/HorizontalMultiLevelHierarchy"/>
    <dgm:cxn modelId="{14C8BD71-00A2-4ED5-A2E2-ECC2D133C897}" type="presParOf" srcId="{0953C11E-DA1A-4C65-A908-09D3BC73C281}" destId="{50A3496D-1E09-4C1E-A475-13D85A1B33F3}" srcOrd="1" destOrd="0" presId="urn:microsoft.com/office/officeart/2008/layout/HorizontalMultiLevelHierarchy"/>
    <dgm:cxn modelId="{15C5A8C2-EC07-4501-8536-90D26C7B22EB}" type="presParOf" srcId="{50A3496D-1E09-4C1E-A475-13D85A1B33F3}" destId="{821C4D3F-58E8-45C5-AAE3-E055D7A85ACC}" srcOrd="0" destOrd="0" presId="urn:microsoft.com/office/officeart/2008/layout/HorizontalMultiLevelHierarchy"/>
    <dgm:cxn modelId="{84310EF2-50D6-4595-AF27-84A83D1DC728}" type="presParOf" srcId="{50A3496D-1E09-4C1E-A475-13D85A1B33F3}" destId="{9C0D791C-3746-4481-B525-2D86A09E3786}" srcOrd="1" destOrd="0" presId="urn:microsoft.com/office/officeart/2008/layout/HorizontalMultiLevelHierarchy"/>
    <dgm:cxn modelId="{E9AFD5BB-875E-48C7-BC24-601221DCF6CE}" type="presParOf" srcId="{0953C11E-DA1A-4C65-A908-09D3BC73C281}" destId="{844E89FC-4F40-4C64-9DED-3C0178728489}" srcOrd="2" destOrd="0" presId="urn:microsoft.com/office/officeart/2008/layout/HorizontalMultiLevelHierarchy"/>
    <dgm:cxn modelId="{5520555F-9958-4211-98EB-1F189C6AB29E}" type="presParOf" srcId="{844E89FC-4F40-4C64-9DED-3C0178728489}" destId="{3D3C2838-0924-4FDD-ADBF-8701DE283F19}" srcOrd="0" destOrd="0" presId="urn:microsoft.com/office/officeart/2008/layout/HorizontalMultiLevelHierarchy"/>
    <dgm:cxn modelId="{F90FB2B5-4FC8-4F18-849E-AFE1A6AF0649}" type="presParOf" srcId="{0953C11E-DA1A-4C65-A908-09D3BC73C281}" destId="{84ECE22C-024C-48F0-A327-48AAC40CF3F4}" srcOrd="3" destOrd="0" presId="urn:microsoft.com/office/officeart/2008/layout/HorizontalMultiLevelHierarchy"/>
    <dgm:cxn modelId="{07B9DC6C-B244-4670-AF03-FE3DCBC25277}" type="presParOf" srcId="{84ECE22C-024C-48F0-A327-48AAC40CF3F4}" destId="{63602869-C2DC-4995-9118-753F6E3B8182}" srcOrd="0" destOrd="0" presId="urn:microsoft.com/office/officeart/2008/layout/HorizontalMultiLevelHierarchy"/>
    <dgm:cxn modelId="{8CFDBF79-4577-4996-85C2-69911B6AE835}" type="presParOf" srcId="{84ECE22C-024C-48F0-A327-48AAC40CF3F4}" destId="{3D6CD576-6ED4-4C7E-8FCE-DB1DC56A0ABD}" srcOrd="1" destOrd="0" presId="urn:microsoft.com/office/officeart/2008/layout/HorizontalMultiLevelHierarchy"/>
    <dgm:cxn modelId="{369AF92B-37D8-4F0D-B797-8B49BBDDB29F}" type="presParOf" srcId="{0953C11E-DA1A-4C65-A908-09D3BC73C281}" destId="{26B8353E-D65C-4C53-A74E-C561F34B4E9E}" srcOrd="4" destOrd="0" presId="urn:microsoft.com/office/officeart/2008/layout/HorizontalMultiLevelHierarchy"/>
    <dgm:cxn modelId="{06DA9C5E-DAD6-4F35-B88E-E0D7E70F0B46}" type="presParOf" srcId="{26B8353E-D65C-4C53-A74E-C561F34B4E9E}" destId="{BAA48C8A-8A78-440E-B86D-F0B3FF3D29D8}" srcOrd="0" destOrd="0" presId="urn:microsoft.com/office/officeart/2008/layout/HorizontalMultiLevelHierarchy"/>
    <dgm:cxn modelId="{FC47C2C2-3844-4570-8C82-A1B1FC685AAD}" type="presParOf" srcId="{0953C11E-DA1A-4C65-A908-09D3BC73C281}" destId="{27B807E1-BD2D-416D-BF42-818912EA50E7}" srcOrd="5" destOrd="0" presId="urn:microsoft.com/office/officeart/2008/layout/HorizontalMultiLevelHierarchy"/>
    <dgm:cxn modelId="{0319153E-79D0-4E92-B0F7-F8E2E1D544F4}" type="presParOf" srcId="{27B807E1-BD2D-416D-BF42-818912EA50E7}" destId="{F78AC6DA-58A1-49A8-B52C-6200F684B598}" srcOrd="0" destOrd="0" presId="urn:microsoft.com/office/officeart/2008/layout/HorizontalMultiLevelHierarchy"/>
    <dgm:cxn modelId="{A59411DC-98E9-4544-AB89-5AD8D47C589B}" type="presParOf" srcId="{27B807E1-BD2D-416D-BF42-818912EA50E7}" destId="{0AB0127A-857F-41B4-85E1-14BF745F8B82}" srcOrd="1" destOrd="0" presId="urn:microsoft.com/office/officeart/2008/layout/HorizontalMultiLevelHierarchy"/>
    <dgm:cxn modelId="{6DBDDB43-BC60-4D3C-A232-A7966C83C5F7}" type="presParOf" srcId="{0953C11E-DA1A-4C65-A908-09D3BC73C281}" destId="{FAE1E020-09C9-4C20-A107-B203BE98A778}" srcOrd="6" destOrd="0" presId="urn:microsoft.com/office/officeart/2008/layout/HorizontalMultiLevelHierarchy"/>
    <dgm:cxn modelId="{C4B24C7F-9437-4C16-818B-8BD871BAB3FF}" type="presParOf" srcId="{FAE1E020-09C9-4C20-A107-B203BE98A778}" destId="{CE4CA473-F241-4469-81A8-29FB1DEC963B}" srcOrd="0" destOrd="0" presId="urn:microsoft.com/office/officeart/2008/layout/HorizontalMultiLevelHierarchy"/>
    <dgm:cxn modelId="{B150478D-1723-40E8-868C-F6AE3A9BF9F6}" type="presParOf" srcId="{0953C11E-DA1A-4C65-A908-09D3BC73C281}" destId="{0F82D89D-78BB-494F-8313-9B8FE3C1543E}" srcOrd="7" destOrd="0" presId="urn:microsoft.com/office/officeart/2008/layout/HorizontalMultiLevelHierarchy"/>
    <dgm:cxn modelId="{AB26AA79-CFE7-49CD-A821-58FBF20C8C23}" type="presParOf" srcId="{0F82D89D-78BB-494F-8313-9B8FE3C1543E}" destId="{526725C4-7574-4B0C-8828-37C30CEF2829}" srcOrd="0" destOrd="0" presId="urn:microsoft.com/office/officeart/2008/layout/HorizontalMultiLevelHierarchy"/>
    <dgm:cxn modelId="{12B17A36-7F11-4840-9783-54ED22FFB368}" type="presParOf" srcId="{0F82D89D-78BB-494F-8313-9B8FE3C1543E}" destId="{4A322A07-F896-4246-BFC9-37CE141004C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C66341-7020-4CBA-8E24-E2EF343F139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F1762D-B7B6-487B-BFCF-8181AA14EB8F}">
      <dgm:prSet custT="1"/>
      <dgm:spPr/>
      <dgm:t>
        <a:bodyPr/>
        <a:lstStyle/>
        <a:p>
          <a:pPr rtl="0"/>
          <a:r>
            <a:rPr lang="en-US" sz="1800" dirty="0"/>
            <a:t>Protects information</a:t>
          </a:r>
        </a:p>
      </dgm:t>
    </dgm:pt>
    <dgm:pt modelId="{87C667A7-C4BA-4CBB-8105-5E4CEEFE1475}" type="parTrans" cxnId="{29FF566F-2678-427F-888C-B070A3F6244F}">
      <dgm:prSet/>
      <dgm:spPr/>
      <dgm:t>
        <a:bodyPr/>
        <a:lstStyle/>
        <a:p>
          <a:endParaRPr lang="en-US" sz="2400"/>
        </a:p>
      </dgm:t>
    </dgm:pt>
    <dgm:pt modelId="{704245A0-ACA3-4EA0-B3A3-52E04266E2D7}" type="sibTrans" cxnId="{29FF566F-2678-427F-888C-B070A3F6244F}">
      <dgm:prSet/>
      <dgm:spPr/>
      <dgm:t>
        <a:bodyPr/>
        <a:lstStyle/>
        <a:p>
          <a:endParaRPr lang="en-US" sz="2400"/>
        </a:p>
      </dgm:t>
    </dgm:pt>
    <dgm:pt modelId="{7702E343-A535-43D6-91AD-FC234F447BBC}">
      <dgm:prSet custT="1"/>
      <dgm:spPr/>
      <dgm:t>
        <a:bodyPr/>
        <a:lstStyle/>
        <a:p>
          <a:pPr rtl="0"/>
          <a:r>
            <a:rPr lang="en-US" sz="1800" dirty="0"/>
            <a:t>Way of blocking threats to secrecy</a:t>
          </a:r>
        </a:p>
      </dgm:t>
    </dgm:pt>
    <dgm:pt modelId="{D0922B3A-1903-4936-A3D3-20ECD0958D82}" type="parTrans" cxnId="{A7F0001B-5B39-432D-A53B-4EC80173549E}">
      <dgm:prSet/>
      <dgm:spPr/>
      <dgm:t>
        <a:bodyPr/>
        <a:lstStyle/>
        <a:p>
          <a:endParaRPr lang="en-US" sz="2400"/>
        </a:p>
      </dgm:t>
    </dgm:pt>
    <dgm:pt modelId="{01BD69D7-AB86-4F28-A73F-84D1B166915A}" type="sibTrans" cxnId="{A7F0001B-5B39-432D-A53B-4EC80173549E}">
      <dgm:prSet/>
      <dgm:spPr/>
      <dgm:t>
        <a:bodyPr/>
        <a:lstStyle/>
        <a:p>
          <a:endParaRPr lang="en-US" sz="2400"/>
        </a:p>
      </dgm:t>
    </dgm:pt>
    <dgm:pt modelId="{74A32D0D-2F58-408C-980B-188847990075}">
      <dgm:prSet custT="1"/>
      <dgm:spPr/>
      <dgm:t>
        <a:bodyPr/>
        <a:lstStyle/>
        <a:p>
          <a:pPr rtl="0"/>
          <a:r>
            <a:rPr lang="en-US" sz="1800" dirty="0"/>
            <a:t>Preserves the state of information</a:t>
          </a:r>
        </a:p>
      </dgm:t>
    </dgm:pt>
    <dgm:pt modelId="{E6DBFF10-3B1E-4411-BE22-F4C57E1744EC}" type="parTrans" cxnId="{D9BCC97F-4F54-4D2B-86E4-ECE32AFAEDE3}">
      <dgm:prSet/>
      <dgm:spPr/>
      <dgm:t>
        <a:bodyPr/>
        <a:lstStyle/>
        <a:p>
          <a:endParaRPr lang="en-US" sz="2400"/>
        </a:p>
      </dgm:t>
    </dgm:pt>
    <dgm:pt modelId="{1A644039-D0D9-4FBE-A4B3-60971EF4E190}" type="sibTrans" cxnId="{D9BCC97F-4F54-4D2B-86E4-ECE32AFAEDE3}">
      <dgm:prSet/>
      <dgm:spPr/>
      <dgm:t>
        <a:bodyPr/>
        <a:lstStyle/>
        <a:p>
          <a:endParaRPr lang="en-US" sz="2400"/>
        </a:p>
      </dgm:t>
    </dgm:pt>
    <dgm:pt modelId="{49A6E6FE-B7B6-41DD-BFFD-8DAAC939A99E}">
      <dgm:prSet custT="1"/>
      <dgm:spPr/>
      <dgm:t>
        <a:bodyPr/>
        <a:lstStyle/>
        <a:p>
          <a:pPr rtl="0"/>
          <a:r>
            <a:rPr lang="en-US" sz="1800" dirty="0"/>
            <a:t>A constantly evolving body of knowledge</a:t>
          </a:r>
        </a:p>
      </dgm:t>
    </dgm:pt>
    <dgm:pt modelId="{056478C4-9526-43BC-941E-E3D5FF751579}" type="parTrans" cxnId="{22BD0F30-1F0E-4A1C-BA86-4AA90742F98B}">
      <dgm:prSet/>
      <dgm:spPr/>
      <dgm:t>
        <a:bodyPr/>
        <a:lstStyle/>
        <a:p>
          <a:endParaRPr lang="en-US" sz="2400"/>
        </a:p>
      </dgm:t>
    </dgm:pt>
    <dgm:pt modelId="{84121FD8-7E76-4882-A8DF-3377DAACFE13}" type="sibTrans" cxnId="{22BD0F30-1F0E-4A1C-BA86-4AA90742F98B}">
      <dgm:prSet/>
      <dgm:spPr/>
      <dgm:t>
        <a:bodyPr/>
        <a:lstStyle/>
        <a:p>
          <a:endParaRPr lang="en-US" sz="2400"/>
        </a:p>
      </dgm:t>
    </dgm:pt>
    <dgm:pt modelId="{5FB9A9AA-F583-413D-90EE-9CEA40D0F80F}">
      <dgm:prSet custT="1"/>
      <dgm:spPr/>
      <dgm:t>
        <a:bodyPr/>
        <a:lstStyle/>
        <a:p>
          <a:pPr rtl="0"/>
          <a:r>
            <a:rPr lang="en-US" sz="2400" dirty="0"/>
            <a:t>What does it do?</a:t>
          </a:r>
        </a:p>
      </dgm:t>
    </dgm:pt>
    <dgm:pt modelId="{2DE7921D-CB6F-484A-981F-7BDB85E92876}" type="parTrans" cxnId="{860F29D6-15F1-4670-9221-7DBE19071DC3}">
      <dgm:prSet/>
      <dgm:spPr/>
      <dgm:t>
        <a:bodyPr/>
        <a:lstStyle/>
        <a:p>
          <a:endParaRPr lang="en-US" sz="2400"/>
        </a:p>
      </dgm:t>
    </dgm:pt>
    <dgm:pt modelId="{575569B4-4B41-4986-BDD6-979E6D48614B}" type="sibTrans" cxnId="{860F29D6-15F1-4670-9221-7DBE19071DC3}">
      <dgm:prSet/>
      <dgm:spPr/>
      <dgm:t>
        <a:bodyPr/>
        <a:lstStyle/>
        <a:p>
          <a:endParaRPr lang="en-US" sz="2400"/>
        </a:p>
      </dgm:t>
    </dgm:pt>
    <dgm:pt modelId="{8742CA92-2922-4458-9F91-884BE29AF810}" type="pres">
      <dgm:prSet presAssocID="{A1C66341-7020-4CBA-8E24-E2EF343F139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F14552AE-87F9-4FF1-95E9-A270BB299771}" type="pres">
      <dgm:prSet presAssocID="{5FB9A9AA-F583-413D-90EE-9CEA40D0F80F}" presName="Parent" presStyleLbl="node1" presStyleIdx="0" presStyleCnt="2">
        <dgm:presLayoutVars>
          <dgm:chMax val="4"/>
          <dgm:chPref val="3"/>
        </dgm:presLayoutVars>
      </dgm:prSet>
      <dgm:spPr/>
    </dgm:pt>
    <dgm:pt modelId="{3943B3EE-81E4-4E6D-84C4-93AB351BA8D3}" type="pres">
      <dgm:prSet presAssocID="{D7F1762D-B7B6-487B-BFCF-8181AA14EB8F}" presName="Accent" presStyleLbl="node1" presStyleIdx="1" presStyleCnt="2"/>
      <dgm:spPr/>
    </dgm:pt>
    <dgm:pt modelId="{59A2B4C4-2554-4E06-9E9F-58F21F02982E}" type="pres">
      <dgm:prSet presAssocID="{D7F1762D-B7B6-487B-BFCF-8181AA14EB8F}" presName="Image1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7E16588-6ED2-4AB8-9262-529551E64782}" type="pres">
      <dgm:prSet presAssocID="{D7F1762D-B7B6-487B-BFCF-8181AA14EB8F}" presName="Child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83C45517-6740-4FB6-9A30-8FC3D809C10F}" type="pres">
      <dgm:prSet presAssocID="{7702E343-A535-43D6-91AD-FC234F447BBC}" presName="Image2" presStyleCnt="0"/>
      <dgm:spPr/>
    </dgm:pt>
    <dgm:pt modelId="{DDFD4030-3C19-4A41-B40A-B31139F37F34}" type="pres">
      <dgm:prSet presAssocID="{7702E343-A535-43D6-91AD-FC234F447BBC}" presName="Imag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6142B3C-8C6F-4449-8F81-5576A2FAF9DC}" type="pres">
      <dgm:prSet presAssocID="{7702E343-A535-43D6-91AD-FC234F447BBC}" presName="Child2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2DD5C65-D10F-484E-BB60-33BF56CF3A6C}" type="pres">
      <dgm:prSet presAssocID="{74A32D0D-2F58-408C-980B-188847990075}" presName="Image3" presStyleCnt="0"/>
      <dgm:spPr/>
    </dgm:pt>
    <dgm:pt modelId="{52E0B73B-2915-408A-A78B-071FB8578A58}" type="pres">
      <dgm:prSet presAssocID="{74A32D0D-2F58-408C-980B-188847990075}" presName="Imag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53B22A7-BEED-463B-B221-3320D00C931F}" type="pres">
      <dgm:prSet presAssocID="{74A32D0D-2F58-408C-980B-188847990075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5A816FB-22C7-468A-9845-6E9858987AEA}" type="pres">
      <dgm:prSet presAssocID="{49A6E6FE-B7B6-41DD-BFFD-8DAAC939A99E}" presName="Image4" presStyleCnt="0"/>
      <dgm:spPr/>
    </dgm:pt>
    <dgm:pt modelId="{E9404AD5-E5F9-4E57-978E-50503AE2A72A}" type="pres">
      <dgm:prSet presAssocID="{49A6E6FE-B7B6-41DD-BFFD-8DAAC939A99E}" presName="Image" presStyleLbl="fgImgPlac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52D3694-1B2C-434C-8413-C12B1B9A54B3}" type="pres">
      <dgm:prSet presAssocID="{49A6E6FE-B7B6-41DD-BFFD-8DAAC939A99E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F51505-062E-4653-834A-63A2BFB33ABC}" type="presOf" srcId="{D7F1762D-B7B6-487B-BFCF-8181AA14EB8F}" destId="{A7E16588-6ED2-4AB8-9262-529551E64782}" srcOrd="0" destOrd="0" presId="urn:microsoft.com/office/officeart/2011/layout/RadialPictureList"/>
    <dgm:cxn modelId="{A5231416-15C7-46F1-8206-AC8DF1237D02}" type="presOf" srcId="{5FB9A9AA-F583-413D-90EE-9CEA40D0F80F}" destId="{F14552AE-87F9-4FF1-95E9-A270BB299771}" srcOrd="0" destOrd="0" presId="urn:microsoft.com/office/officeart/2011/layout/RadialPictureList"/>
    <dgm:cxn modelId="{A7F0001B-5B39-432D-A53B-4EC80173549E}" srcId="{5FB9A9AA-F583-413D-90EE-9CEA40D0F80F}" destId="{7702E343-A535-43D6-91AD-FC234F447BBC}" srcOrd="1" destOrd="0" parTransId="{D0922B3A-1903-4936-A3D3-20ECD0958D82}" sibTransId="{01BD69D7-AB86-4F28-A73F-84D1B166915A}"/>
    <dgm:cxn modelId="{22BD0F30-1F0E-4A1C-BA86-4AA90742F98B}" srcId="{5FB9A9AA-F583-413D-90EE-9CEA40D0F80F}" destId="{49A6E6FE-B7B6-41DD-BFFD-8DAAC939A99E}" srcOrd="3" destOrd="0" parTransId="{056478C4-9526-43BC-941E-E3D5FF751579}" sibTransId="{84121FD8-7E76-4882-A8DF-3377DAACFE13}"/>
    <dgm:cxn modelId="{4F599F44-B6E0-4028-AFD8-35F110CAD4F3}" type="presOf" srcId="{49A6E6FE-B7B6-41DD-BFFD-8DAAC939A99E}" destId="{B52D3694-1B2C-434C-8413-C12B1B9A54B3}" srcOrd="0" destOrd="0" presId="urn:microsoft.com/office/officeart/2011/layout/RadialPictureList"/>
    <dgm:cxn modelId="{8001E765-83A6-4163-90CE-37D12F3B96B8}" type="presOf" srcId="{7702E343-A535-43D6-91AD-FC234F447BBC}" destId="{16142B3C-8C6F-4449-8F81-5576A2FAF9DC}" srcOrd="0" destOrd="0" presId="urn:microsoft.com/office/officeart/2011/layout/RadialPictureList"/>
    <dgm:cxn modelId="{29FF566F-2678-427F-888C-B070A3F6244F}" srcId="{5FB9A9AA-F583-413D-90EE-9CEA40D0F80F}" destId="{D7F1762D-B7B6-487B-BFCF-8181AA14EB8F}" srcOrd="0" destOrd="0" parTransId="{87C667A7-C4BA-4CBB-8105-5E4CEEFE1475}" sibTransId="{704245A0-ACA3-4EA0-B3A3-52E04266E2D7}"/>
    <dgm:cxn modelId="{D9BCC97F-4F54-4D2B-86E4-ECE32AFAEDE3}" srcId="{5FB9A9AA-F583-413D-90EE-9CEA40D0F80F}" destId="{74A32D0D-2F58-408C-980B-188847990075}" srcOrd="2" destOrd="0" parTransId="{E6DBFF10-3B1E-4411-BE22-F4C57E1744EC}" sibTransId="{1A644039-D0D9-4FBE-A4B3-60971EF4E190}"/>
    <dgm:cxn modelId="{860F29D6-15F1-4670-9221-7DBE19071DC3}" srcId="{A1C66341-7020-4CBA-8E24-E2EF343F1398}" destId="{5FB9A9AA-F583-413D-90EE-9CEA40D0F80F}" srcOrd="0" destOrd="0" parTransId="{2DE7921D-CB6F-484A-981F-7BDB85E92876}" sibTransId="{575569B4-4B41-4986-BDD6-979E6D48614B}"/>
    <dgm:cxn modelId="{FBD43BE4-704C-4EDA-9017-49C88FEFDCA0}" type="presOf" srcId="{74A32D0D-2F58-408C-980B-188847990075}" destId="{653B22A7-BEED-463B-B221-3320D00C931F}" srcOrd="0" destOrd="0" presId="urn:microsoft.com/office/officeart/2011/layout/RadialPictureList"/>
    <dgm:cxn modelId="{88CB83F3-02D6-4FC3-9078-7F26E7E6F683}" type="presOf" srcId="{A1C66341-7020-4CBA-8E24-E2EF343F1398}" destId="{8742CA92-2922-4458-9F91-884BE29AF810}" srcOrd="0" destOrd="0" presId="urn:microsoft.com/office/officeart/2011/layout/RadialPictureList"/>
    <dgm:cxn modelId="{DA35F491-93B6-48A6-8B8B-D7E9DB519913}" type="presParOf" srcId="{8742CA92-2922-4458-9F91-884BE29AF810}" destId="{F14552AE-87F9-4FF1-95E9-A270BB299771}" srcOrd="0" destOrd="0" presId="urn:microsoft.com/office/officeart/2011/layout/RadialPictureList"/>
    <dgm:cxn modelId="{DE2A78CA-063F-465D-B57A-C9AFB1BDDFBD}" type="presParOf" srcId="{8742CA92-2922-4458-9F91-884BE29AF810}" destId="{3943B3EE-81E4-4E6D-84C4-93AB351BA8D3}" srcOrd="1" destOrd="0" presId="urn:microsoft.com/office/officeart/2011/layout/RadialPictureList"/>
    <dgm:cxn modelId="{B71202FF-300B-47AF-9032-C8BD8EAD837C}" type="presParOf" srcId="{8742CA92-2922-4458-9F91-884BE29AF810}" destId="{59A2B4C4-2554-4E06-9E9F-58F21F02982E}" srcOrd="2" destOrd="0" presId="urn:microsoft.com/office/officeart/2011/layout/RadialPictureList"/>
    <dgm:cxn modelId="{7ECC3F77-B783-41A6-AEC7-3731FFB9A9D0}" type="presParOf" srcId="{8742CA92-2922-4458-9F91-884BE29AF810}" destId="{A7E16588-6ED2-4AB8-9262-529551E64782}" srcOrd="3" destOrd="0" presId="urn:microsoft.com/office/officeart/2011/layout/RadialPictureList"/>
    <dgm:cxn modelId="{BDD9688E-F7D9-40EB-8219-0F57C35D70A1}" type="presParOf" srcId="{8742CA92-2922-4458-9F91-884BE29AF810}" destId="{83C45517-6740-4FB6-9A30-8FC3D809C10F}" srcOrd="4" destOrd="0" presId="urn:microsoft.com/office/officeart/2011/layout/RadialPictureList"/>
    <dgm:cxn modelId="{82B39328-E774-4CB4-9D3D-41CBCBA782D8}" type="presParOf" srcId="{83C45517-6740-4FB6-9A30-8FC3D809C10F}" destId="{DDFD4030-3C19-4A41-B40A-B31139F37F34}" srcOrd="0" destOrd="0" presId="urn:microsoft.com/office/officeart/2011/layout/RadialPictureList"/>
    <dgm:cxn modelId="{59C8712E-39EE-4938-A29B-6048DA9793E5}" type="presParOf" srcId="{8742CA92-2922-4458-9F91-884BE29AF810}" destId="{16142B3C-8C6F-4449-8F81-5576A2FAF9DC}" srcOrd="5" destOrd="0" presId="urn:microsoft.com/office/officeart/2011/layout/RadialPictureList"/>
    <dgm:cxn modelId="{9E1E8D90-17A5-4183-9E23-88CFD4A9EEAE}" type="presParOf" srcId="{8742CA92-2922-4458-9F91-884BE29AF810}" destId="{82DD5C65-D10F-484E-BB60-33BF56CF3A6C}" srcOrd="6" destOrd="0" presId="urn:microsoft.com/office/officeart/2011/layout/RadialPictureList"/>
    <dgm:cxn modelId="{CB9533E9-695F-48F2-B238-6EDDF952E869}" type="presParOf" srcId="{82DD5C65-D10F-484E-BB60-33BF56CF3A6C}" destId="{52E0B73B-2915-408A-A78B-071FB8578A58}" srcOrd="0" destOrd="0" presId="urn:microsoft.com/office/officeart/2011/layout/RadialPictureList"/>
    <dgm:cxn modelId="{956EA6CE-04B4-40D8-92F1-DA309C62AB79}" type="presParOf" srcId="{8742CA92-2922-4458-9F91-884BE29AF810}" destId="{653B22A7-BEED-463B-B221-3320D00C931F}" srcOrd="7" destOrd="0" presId="urn:microsoft.com/office/officeart/2011/layout/RadialPictureList"/>
    <dgm:cxn modelId="{3FF3642A-5B6D-4C54-8FFA-02BE012EA753}" type="presParOf" srcId="{8742CA92-2922-4458-9F91-884BE29AF810}" destId="{F5A816FB-22C7-468A-9845-6E9858987AEA}" srcOrd="8" destOrd="0" presId="urn:microsoft.com/office/officeart/2011/layout/RadialPictureList"/>
    <dgm:cxn modelId="{B569EBDB-D1FB-4230-91AE-BA97517CD19E}" type="presParOf" srcId="{F5A816FB-22C7-468A-9845-6E9858987AEA}" destId="{E9404AD5-E5F9-4E57-978E-50503AE2A72A}" srcOrd="0" destOrd="0" presId="urn:microsoft.com/office/officeart/2011/layout/RadialPictureList"/>
    <dgm:cxn modelId="{258249B8-96E8-476E-95C1-516CC19C57B1}" type="presParOf" srcId="{8742CA92-2922-4458-9F91-884BE29AF810}" destId="{B52D3694-1B2C-434C-8413-C12B1B9A54B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1ED485-14E7-4F5A-A272-2136810735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89FB77-4683-4065-80A2-575A9A1EA830}">
      <dgm:prSet/>
      <dgm:spPr/>
      <dgm:t>
        <a:bodyPr/>
        <a:lstStyle/>
        <a:p>
          <a:pPr rtl="0"/>
          <a:r>
            <a:rPr lang="en-US" dirty="0"/>
            <a:t>Egyptian hieroglyphics had </a:t>
          </a:r>
          <a:r>
            <a: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Spiritual</a:t>
          </a:r>
          <a:r>
            <a:rPr lang="en-US" dirty="0"/>
            <a:t> and </a:t>
          </a:r>
          <a:r>
            <a: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Religious</a:t>
          </a:r>
          <a:r>
            <a:rPr lang="en-US" dirty="0"/>
            <a:t> significance</a:t>
          </a:r>
        </a:p>
      </dgm:t>
    </dgm:pt>
    <dgm:pt modelId="{86A3A6B3-F23A-454A-ADFA-31572BDECB52}" type="parTrans" cxnId="{4BE12EBA-21CD-4419-9A95-EE4A467C1B73}">
      <dgm:prSet/>
      <dgm:spPr/>
      <dgm:t>
        <a:bodyPr/>
        <a:lstStyle/>
        <a:p>
          <a:endParaRPr lang="en-US"/>
        </a:p>
      </dgm:t>
    </dgm:pt>
    <dgm:pt modelId="{6D2FDB0D-0526-4831-98AB-F8C8CE2341D4}" type="sibTrans" cxnId="{4BE12EBA-21CD-4419-9A95-EE4A467C1B73}">
      <dgm:prSet/>
      <dgm:spPr/>
      <dgm:t>
        <a:bodyPr/>
        <a:lstStyle/>
        <a:p>
          <a:endParaRPr lang="en-US"/>
        </a:p>
      </dgm:t>
    </dgm:pt>
    <dgm:pt modelId="{5EAF5D3E-EBDF-404A-B9E8-7CC644B59FDB}">
      <dgm:prSet/>
      <dgm:spPr/>
      <dgm:t>
        <a:bodyPr/>
        <a:lstStyle/>
        <a:p>
          <a:pPr rtl="0"/>
          <a:r>
            <a:rPr lang="en-US" dirty="0"/>
            <a:t>Not designed to preserve secrets</a:t>
          </a:r>
        </a:p>
      </dgm:t>
    </dgm:pt>
    <dgm:pt modelId="{2FDA83EF-DAC8-425F-BF74-F6396E6CF71C}" type="parTrans" cxnId="{F049F014-A633-4C3C-B431-0C8B8E839A8C}">
      <dgm:prSet/>
      <dgm:spPr/>
      <dgm:t>
        <a:bodyPr/>
        <a:lstStyle/>
        <a:p>
          <a:endParaRPr lang="en-US"/>
        </a:p>
      </dgm:t>
    </dgm:pt>
    <dgm:pt modelId="{9AED4560-FA30-4AB9-A9EC-99FC7A4D9474}" type="sibTrans" cxnId="{F049F014-A633-4C3C-B431-0C8B8E839A8C}">
      <dgm:prSet/>
      <dgm:spPr/>
      <dgm:t>
        <a:bodyPr/>
        <a:lstStyle/>
        <a:p>
          <a:endParaRPr lang="en-US"/>
        </a:p>
      </dgm:t>
    </dgm:pt>
    <dgm:pt modelId="{819DE6CB-525E-4C9D-8328-4C5BC06EF645}">
      <dgm:prSet/>
      <dgm:spPr/>
      <dgm:t>
        <a:bodyPr/>
        <a:lstStyle/>
        <a:p>
          <a:pPr rtl="0"/>
          <a:r>
            <a:rPr lang="en-US" dirty="0"/>
            <a:t>Used to commune with other world</a:t>
          </a:r>
        </a:p>
      </dgm:t>
    </dgm:pt>
    <dgm:pt modelId="{4B50BCEE-DD70-481A-A1D3-713F6B370BC4}" type="parTrans" cxnId="{2D66BEA3-A77C-429C-B259-FCD4F157877C}">
      <dgm:prSet/>
      <dgm:spPr/>
      <dgm:t>
        <a:bodyPr/>
        <a:lstStyle/>
        <a:p>
          <a:endParaRPr lang="en-US"/>
        </a:p>
      </dgm:t>
    </dgm:pt>
    <dgm:pt modelId="{D1DEF8B3-39A0-4255-8632-8C68A7A3D4DA}" type="sibTrans" cxnId="{2D66BEA3-A77C-429C-B259-FCD4F157877C}">
      <dgm:prSet/>
      <dgm:spPr/>
      <dgm:t>
        <a:bodyPr/>
        <a:lstStyle/>
        <a:p>
          <a:endParaRPr lang="en-US"/>
        </a:p>
      </dgm:t>
    </dgm:pt>
    <dgm:pt modelId="{1F18F624-DE50-4179-95EE-449247284BBC}">
      <dgm:prSet/>
      <dgm:spPr/>
      <dgm:t>
        <a:bodyPr/>
        <a:lstStyle/>
        <a:p>
          <a:pPr rtl="0"/>
          <a:r>
            <a:rPr lang="en-US" dirty="0"/>
            <a:t>Usage restricted to royal family and religious orders</a:t>
          </a:r>
        </a:p>
      </dgm:t>
    </dgm:pt>
    <dgm:pt modelId="{A8FCCE84-3312-4891-AFB0-871B1F209FA2}" type="parTrans" cxnId="{63905154-F6DC-4EC1-99B6-A23440F76746}">
      <dgm:prSet/>
      <dgm:spPr/>
      <dgm:t>
        <a:bodyPr/>
        <a:lstStyle/>
        <a:p>
          <a:endParaRPr lang="en-US"/>
        </a:p>
      </dgm:t>
    </dgm:pt>
    <dgm:pt modelId="{CF9990C8-E20C-45CF-9D9D-CDDC15F41D58}" type="sibTrans" cxnId="{63905154-F6DC-4EC1-99B6-A23440F76746}">
      <dgm:prSet/>
      <dgm:spPr/>
      <dgm:t>
        <a:bodyPr/>
        <a:lstStyle/>
        <a:p>
          <a:endParaRPr lang="en-US"/>
        </a:p>
      </dgm:t>
    </dgm:pt>
    <dgm:pt modelId="{EA154330-7B1A-4493-8047-52376232C20A}">
      <dgm:prSet/>
      <dgm:spPr/>
      <dgm:t>
        <a:bodyPr/>
        <a:lstStyle/>
        <a:p>
          <a:pPr rtl="0"/>
          <a:r>
            <a:rPr lang="en-US" dirty="0"/>
            <a:t>Could not be deciphered again until 1799 and discovery of </a:t>
          </a:r>
          <a:r>
            <a:rPr lang="en-US" b="1" i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Rosetta Stone</a:t>
          </a:r>
        </a:p>
      </dgm:t>
    </dgm:pt>
    <dgm:pt modelId="{841DB125-66C4-4943-BD6C-3F7B54CBAEB8}" type="parTrans" cxnId="{4CB884D1-2D6E-4DFF-AE92-BA05CA79D17D}">
      <dgm:prSet/>
      <dgm:spPr/>
      <dgm:t>
        <a:bodyPr/>
        <a:lstStyle/>
        <a:p>
          <a:endParaRPr lang="en-US"/>
        </a:p>
      </dgm:t>
    </dgm:pt>
    <dgm:pt modelId="{76F51F48-AE71-4A31-87AE-F6703798870C}" type="sibTrans" cxnId="{4CB884D1-2D6E-4DFF-AE92-BA05CA79D17D}">
      <dgm:prSet/>
      <dgm:spPr/>
      <dgm:t>
        <a:bodyPr/>
        <a:lstStyle/>
        <a:p>
          <a:endParaRPr lang="en-US"/>
        </a:p>
      </dgm:t>
    </dgm:pt>
    <dgm:pt modelId="{1BE1A8A7-6C13-464B-9425-A480469F5139}" type="pres">
      <dgm:prSet presAssocID="{CC1ED485-14E7-4F5A-A272-2136810735A9}" presName="linear" presStyleCnt="0">
        <dgm:presLayoutVars>
          <dgm:animLvl val="lvl"/>
          <dgm:resizeHandles val="exact"/>
        </dgm:presLayoutVars>
      </dgm:prSet>
      <dgm:spPr/>
    </dgm:pt>
    <dgm:pt modelId="{722822F8-2B40-4F28-A536-7102E34B988A}" type="pres">
      <dgm:prSet presAssocID="{5389FB77-4683-4065-80A2-575A9A1EA83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08D772E-CBFB-4E06-B0E0-7EF05487811C}" type="pres">
      <dgm:prSet presAssocID="{6D2FDB0D-0526-4831-98AB-F8C8CE2341D4}" presName="spacer" presStyleCnt="0"/>
      <dgm:spPr/>
    </dgm:pt>
    <dgm:pt modelId="{6E49FC2F-1981-4775-90DE-B61C1F5AC969}" type="pres">
      <dgm:prSet presAssocID="{5EAF5D3E-EBDF-404A-B9E8-7CC644B59FD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654487E-4D23-4DE4-8A10-B68A8AB8D4BB}" type="pres">
      <dgm:prSet presAssocID="{9AED4560-FA30-4AB9-A9EC-99FC7A4D9474}" presName="spacer" presStyleCnt="0"/>
      <dgm:spPr/>
    </dgm:pt>
    <dgm:pt modelId="{50EE8B90-70D6-4DF6-856E-23B2D0E100D4}" type="pres">
      <dgm:prSet presAssocID="{819DE6CB-525E-4C9D-8328-4C5BC06EF6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71A809F-23FF-4C26-8500-BC7E5DBABD3B}" type="pres">
      <dgm:prSet presAssocID="{D1DEF8B3-39A0-4255-8632-8C68A7A3D4DA}" presName="spacer" presStyleCnt="0"/>
      <dgm:spPr/>
    </dgm:pt>
    <dgm:pt modelId="{CD222B79-7EF0-4A06-8984-3654CEAA5067}" type="pres">
      <dgm:prSet presAssocID="{1F18F624-DE50-4179-95EE-449247284BB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6C6B092-B3CB-41F1-8EB0-BC6A6705C2AD}" type="pres">
      <dgm:prSet presAssocID="{CF9990C8-E20C-45CF-9D9D-CDDC15F41D58}" presName="spacer" presStyleCnt="0"/>
      <dgm:spPr/>
    </dgm:pt>
    <dgm:pt modelId="{9D60D65F-A20C-4615-AAF2-53D1AB01C345}" type="pres">
      <dgm:prSet presAssocID="{EA154330-7B1A-4493-8047-52376232C20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049F014-A633-4C3C-B431-0C8B8E839A8C}" srcId="{CC1ED485-14E7-4F5A-A272-2136810735A9}" destId="{5EAF5D3E-EBDF-404A-B9E8-7CC644B59FDB}" srcOrd="1" destOrd="0" parTransId="{2FDA83EF-DAC8-425F-BF74-F6396E6CF71C}" sibTransId="{9AED4560-FA30-4AB9-A9EC-99FC7A4D9474}"/>
    <dgm:cxn modelId="{12430720-C8EE-4158-B822-9E37F9E0ED13}" type="presOf" srcId="{5EAF5D3E-EBDF-404A-B9E8-7CC644B59FDB}" destId="{6E49FC2F-1981-4775-90DE-B61C1F5AC969}" srcOrd="0" destOrd="0" presId="urn:microsoft.com/office/officeart/2005/8/layout/vList2"/>
    <dgm:cxn modelId="{63905154-F6DC-4EC1-99B6-A23440F76746}" srcId="{CC1ED485-14E7-4F5A-A272-2136810735A9}" destId="{1F18F624-DE50-4179-95EE-449247284BBC}" srcOrd="3" destOrd="0" parTransId="{A8FCCE84-3312-4891-AFB0-871B1F209FA2}" sibTransId="{CF9990C8-E20C-45CF-9D9D-CDDC15F41D58}"/>
    <dgm:cxn modelId="{2D66BEA3-A77C-429C-B259-FCD4F157877C}" srcId="{CC1ED485-14E7-4F5A-A272-2136810735A9}" destId="{819DE6CB-525E-4C9D-8328-4C5BC06EF645}" srcOrd="2" destOrd="0" parTransId="{4B50BCEE-DD70-481A-A1D3-713F6B370BC4}" sibTransId="{D1DEF8B3-39A0-4255-8632-8C68A7A3D4DA}"/>
    <dgm:cxn modelId="{4BE12EBA-21CD-4419-9A95-EE4A467C1B73}" srcId="{CC1ED485-14E7-4F5A-A272-2136810735A9}" destId="{5389FB77-4683-4065-80A2-575A9A1EA830}" srcOrd="0" destOrd="0" parTransId="{86A3A6B3-F23A-454A-ADFA-31572BDECB52}" sibTransId="{6D2FDB0D-0526-4831-98AB-F8C8CE2341D4}"/>
    <dgm:cxn modelId="{5D7270C0-4949-42EB-A09F-0DFDD1D9DBDB}" type="presOf" srcId="{EA154330-7B1A-4493-8047-52376232C20A}" destId="{9D60D65F-A20C-4615-AAF2-53D1AB01C345}" srcOrd="0" destOrd="0" presId="urn:microsoft.com/office/officeart/2005/8/layout/vList2"/>
    <dgm:cxn modelId="{906A86C4-B1C6-4FA1-B35E-F6FF9F64F025}" type="presOf" srcId="{CC1ED485-14E7-4F5A-A272-2136810735A9}" destId="{1BE1A8A7-6C13-464B-9425-A480469F5139}" srcOrd="0" destOrd="0" presId="urn:microsoft.com/office/officeart/2005/8/layout/vList2"/>
    <dgm:cxn modelId="{4CB884D1-2D6E-4DFF-AE92-BA05CA79D17D}" srcId="{CC1ED485-14E7-4F5A-A272-2136810735A9}" destId="{EA154330-7B1A-4493-8047-52376232C20A}" srcOrd="4" destOrd="0" parTransId="{841DB125-66C4-4943-BD6C-3F7B54CBAEB8}" sibTransId="{76F51F48-AE71-4A31-87AE-F6703798870C}"/>
    <dgm:cxn modelId="{1B4E84D8-DE2A-474E-B9D1-BFDDBC30950C}" type="presOf" srcId="{5389FB77-4683-4065-80A2-575A9A1EA830}" destId="{722822F8-2B40-4F28-A536-7102E34B988A}" srcOrd="0" destOrd="0" presId="urn:microsoft.com/office/officeart/2005/8/layout/vList2"/>
    <dgm:cxn modelId="{D9C397E8-5FF7-4B44-90F5-92FADCF49FD9}" type="presOf" srcId="{1F18F624-DE50-4179-95EE-449247284BBC}" destId="{CD222B79-7EF0-4A06-8984-3654CEAA5067}" srcOrd="0" destOrd="0" presId="urn:microsoft.com/office/officeart/2005/8/layout/vList2"/>
    <dgm:cxn modelId="{4B48EDFF-241E-49E5-9E5C-BBDA45BDC4D0}" type="presOf" srcId="{819DE6CB-525E-4C9D-8328-4C5BC06EF645}" destId="{50EE8B90-70D6-4DF6-856E-23B2D0E100D4}" srcOrd="0" destOrd="0" presId="urn:microsoft.com/office/officeart/2005/8/layout/vList2"/>
    <dgm:cxn modelId="{CFC75C6F-7D89-48EE-BF35-0ED552B1847F}" type="presParOf" srcId="{1BE1A8A7-6C13-464B-9425-A480469F5139}" destId="{722822F8-2B40-4F28-A536-7102E34B988A}" srcOrd="0" destOrd="0" presId="urn:microsoft.com/office/officeart/2005/8/layout/vList2"/>
    <dgm:cxn modelId="{5857FC66-A86B-4102-AC37-F5E369DEECB4}" type="presParOf" srcId="{1BE1A8A7-6C13-464B-9425-A480469F5139}" destId="{008D772E-CBFB-4E06-B0E0-7EF05487811C}" srcOrd="1" destOrd="0" presId="urn:microsoft.com/office/officeart/2005/8/layout/vList2"/>
    <dgm:cxn modelId="{41424C6E-43A9-4232-9377-2404EE3B91B6}" type="presParOf" srcId="{1BE1A8A7-6C13-464B-9425-A480469F5139}" destId="{6E49FC2F-1981-4775-90DE-B61C1F5AC969}" srcOrd="2" destOrd="0" presId="urn:microsoft.com/office/officeart/2005/8/layout/vList2"/>
    <dgm:cxn modelId="{D47D60C5-6F18-462E-A34C-9BB7EAFFF104}" type="presParOf" srcId="{1BE1A8A7-6C13-464B-9425-A480469F5139}" destId="{6654487E-4D23-4DE4-8A10-B68A8AB8D4BB}" srcOrd="3" destOrd="0" presId="urn:microsoft.com/office/officeart/2005/8/layout/vList2"/>
    <dgm:cxn modelId="{C1DF501D-D2B6-4EC6-8C26-2B5DE9857D4B}" type="presParOf" srcId="{1BE1A8A7-6C13-464B-9425-A480469F5139}" destId="{50EE8B90-70D6-4DF6-856E-23B2D0E100D4}" srcOrd="4" destOrd="0" presId="urn:microsoft.com/office/officeart/2005/8/layout/vList2"/>
    <dgm:cxn modelId="{A244ED95-0390-4F57-B38F-D02B6D51455D}" type="presParOf" srcId="{1BE1A8A7-6C13-464B-9425-A480469F5139}" destId="{171A809F-23FF-4C26-8500-BC7E5DBABD3B}" srcOrd="5" destOrd="0" presId="urn:microsoft.com/office/officeart/2005/8/layout/vList2"/>
    <dgm:cxn modelId="{722A3AF2-6C44-40B6-AD88-C86DDBEB9AD6}" type="presParOf" srcId="{1BE1A8A7-6C13-464B-9425-A480469F5139}" destId="{CD222B79-7EF0-4A06-8984-3654CEAA5067}" srcOrd="6" destOrd="0" presId="urn:microsoft.com/office/officeart/2005/8/layout/vList2"/>
    <dgm:cxn modelId="{30B841C2-61C2-486C-BCB3-059A5889E39F}" type="presParOf" srcId="{1BE1A8A7-6C13-464B-9425-A480469F5139}" destId="{B6C6B092-B3CB-41F1-8EB0-BC6A6705C2AD}" srcOrd="7" destOrd="0" presId="urn:microsoft.com/office/officeart/2005/8/layout/vList2"/>
    <dgm:cxn modelId="{B723E76C-C258-4302-ABBF-1C7CC0674147}" type="presParOf" srcId="{1BE1A8A7-6C13-464B-9425-A480469F5139}" destId="{9D60D65F-A20C-4615-AAF2-53D1AB01C34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947E8E-B032-487F-AF6E-F66E6A144604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2CA795-D05F-42C0-B1A2-BD549D55C3D3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E-commerce </a:t>
          </a:r>
          <a:r>
            <a:rPr lang="en-US" sz="2400" dirty="0"/>
            <a:t>applications</a:t>
          </a:r>
        </a:p>
      </dgm:t>
    </dgm:pt>
    <dgm:pt modelId="{71AAD9B7-7EC7-430D-A9E6-F94CBD97CF6D}" type="parTrans" cxnId="{AF0B6889-4AE7-4C14-A51F-1F16D5C9A430}">
      <dgm:prSet/>
      <dgm:spPr/>
      <dgm:t>
        <a:bodyPr/>
        <a:lstStyle/>
        <a:p>
          <a:endParaRPr lang="en-US" sz="2400"/>
        </a:p>
      </dgm:t>
    </dgm:pt>
    <dgm:pt modelId="{E955D44D-0D06-4B76-BDBC-3EFA850C2B92}" type="sibTrans" cxnId="{AF0B6889-4AE7-4C14-A51F-1F16D5C9A430}">
      <dgm:prSet/>
      <dgm:spPr/>
      <dgm:t>
        <a:bodyPr/>
        <a:lstStyle/>
        <a:p>
          <a:endParaRPr lang="en-US" sz="2400"/>
        </a:p>
      </dgm:t>
    </dgm:pt>
    <dgm:pt modelId="{B83A1260-50E1-46AD-AC32-573F6AF8DBA5}">
      <dgm:prSet custT="1"/>
      <dgm:spPr/>
      <dgm:t>
        <a:bodyPr/>
        <a:lstStyle/>
        <a:p>
          <a:pPr rtl="0"/>
          <a:r>
            <a:rPr lang="en-US" sz="2400" dirty="0"/>
            <a:t>Couldn’t exist in current form without cryptography</a:t>
          </a:r>
        </a:p>
      </dgm:t>
    </dgm:pt>
    <dgm:pt modelId="{FB8409B2-7224-4E35-B439-238CAB355E2B}" type="parTrans" cxnId="{2B82C68D-1988-4B93-AB3C-316AC8EAFA46}">
      <dgm:prSet/>
      <dgm:spPr/>
      <dgm:t>
        <a:bodyPr/>
        <a:lstStyle/>
        <a:p>
          <a:endParaRPr lang="en-US" sz="2400"/>
        </a:p>
      </dgm:t>
    </dgm:pt>
    <dgm:pt modelId="{E7AD27BB-21AB-4CD5-BBE9-28BF8B2F5817}" type="sibTrans" cxnId="{2B82C68D-1988-4B93-AB3C-316AC8EAFA46}">
      <dgm:prSet/>
      <dgm:spPr/>
      <dgm:t>
        <a:bodyPr/>
        <a:lstStyle/>
        <a:p>
          <a:endParaRPr lang="en-US" sz="2400"/>
        </a:p>
      </dgm:t>
    </dgm:pt>
    <dgm:pt modelId="{22C273B0-9CCC-4A64-9791-A6CBB35CF91C}">
      <dgm:prSet custT="1"/>
      <dgm:spPr/>
      <dgm:t>
        <a:bodyPr/>
        <a:lstStyle/>
        <a:p>
          <a:pPr rtl="0"/>
          <a:r>
            <a:rPr lang="en-US" sz="2400" dirty="0"/>
            <a:t>Provides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Secrecy</a:t>
          </a:r>
          <a:r>
            <a:rPr lang="en-US" sz="2400" dirty="0"/>
            <a:t>,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Integrity</a:t>
          </a:r>
          <a:r>
            <a:rPr lang="en-US" sz="2400" dirty="0"/>
            <a:t>, and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Authentication</a:t>
          </a:r>
        </a:p>
      </dgm:t>
    </dgm:pt>
    <dgm:pt modelId="{F02D4714-2C43-4C9C-9786-64973D09A1CF}" type="parTrans" cxnId="{65BAC29B-6270-4264-913F-24D2C5A0061D}">
      <dgm:prSet/>
      <dgm:spPr/>
      <dgm:t>
        <a:bodyPr/>
        <a:lstStyle/>
        <a:p>
          <a:endParaRPr lang="en-US" sz="2400"/>
        </a:p>
      </dgm:t>
    </dgm:pt>
    <dgm:pt modelId="{338A019D-60F9-4BFA-AE0B-F9D23A1EDC41}" type="sibTrans" cxnId="{65BAC29B-6270-4264-913F-24D2C5A0061D}">
      <dgm:prSet/>
      <dgm:spPr/>
      <dgm:t>
        <a:bodyPr/>
        <a:lstStyle/>
        <a:p>
          <a:endParaRPr lang="en-US" sz="2400"/>
        </a:p>
      </dgm:t>
    </dgm:pt>
    <dgm:pt modelId="{0CFD0F55-53BD-4BED-AF52-7E449FD80FF4}">
      <dgm:prSet custT="1"/>
      <dgm:spPr/>
      <dgm:t>
        <a:bodyPr/>
        <a:lstStyle/>
        <a:p>
          <a:pPr rtl="0"/>
          <a:r>
            <a:rPr lang="en-US" sz="2400" dirty="0"/>
            <a:t>Mobile technologies</a:t>
          </a:r>
        </a:p>
      </dgm:t>
    </dgm:pt>
    <dgm:pt modelId="{9169E23B-C5D1-4714-BF8B-711E4164C567}" type="parTrans" cxnId="{0C8C8F5C-05E8-4A5F-AE00-392095182FF0}">
      <dgm:prSet/>
      <dgm:spPr/>
      <dgm:t>
        <a:bodyPr/>
        <a:lstStyle/>
        <a:p>
          <a:endParaRPr lang="en-US" sz="2400"/>
        </a:p>
      </dgm:t>
    </dgm:pt>
    <dgm:pt modelId="{D0B85AFC-9EC9-4248-927D-3FAE34AFD501}" type="sibTrans" cxnId="{0C8C8F5C-05E8-4A5F-AE00-392095182FF0}">
      <dgm:prSet/>
      <dgm:spPr/>
      <dgm:t>
        <a:bodyPr/>
        <a:lstStyle/>
        <a:p>
          <a:endParaRPr lang="en-US" sz="2400"/>
        </a:p>
      </dgm:t>
    </dgm:pt>
    <dgm:pt modelId="{01020C6A-8DE2-4BA4-B1B4-CDE07C99E5EA}">
      <dgm:prSet custT="1"/>
      <dgm:spPr/>
      <dgm:t>
        <a:bodyPr/>
        <a:lstStyle/>
        <a:p>
          <a:pPr rtl="0"/>
          <a:r>
            <a:rPr lang="en-US" sz="2400" dirty="0"/>
            <a:t>Prevents identity theft</a:t>
          </a:r>
        </a:p>
      </dgm:t>
    </dgm:pt>
    <dgm:pt modelId="{B81B2C83-0681-45C0-97FC-737913B164EB}" type="parTrans" cxnId="{6B9942C9-4606-49B0-B138-811165FA8AB8}">
      <dgm:prSet/>
      <dgm:spPr/>
      <dgm:t>
        <a:bodyPr/>
        <a:lstStyle/>
        <a:p>
          <a:endParaRPr lang="en-US" sz="2400"/>
        </a:p>
      </dgm:t>
    </dgm:pt>
    <dgm:pt modelId="{8F5C576C-F7C0-4ECC-8FB5-9316893C1993}" type="sibTrans" cxnId="{6B9942C9-4606-49B0-B138-811165FA8AB8}">
      <dgm:prSet/>
      <dgm:spPr/>
      <dgm:t>
        <a:bodyPr/>
        <a:lstStyle/>
        <a:p>
          <a:endParaRPr lang="en-US" sz="2400"/>
        </a:p>
      </dgm:t>
    </dgm:pt>
    <dgm:pt modelId="{2799C04F-C748-48E7-9B57-857E532364ED}">
      <dgm:prSet custT="1"/>
      <dgm:spPr/>
      <dgm:t>
        <a:bodyPr/>
        <a:lstStyle/>
        <a:p>
          <a:pPr rtl="0"/>
          <a:r>
            <a:rPr lang="en-US" sz="2400" dirty="0"/>
            <a:t>Stops device duplications</a:t>
          </a:r>
        </a:p>
      </dgm:t>
    </dgm:pt>
    <dgm:pt modelId="{AC4803FE-8999-419C-A578-5B6C4264684D}" type="parTrans" cxnId="{1497D50E-E465-4B61-AEB0-65BB979E6A58}">
      <dgm:prSet/>
      <dgm:spPr/>
      <dgm:t>
        <a:bodyPr/>
        <a:lstStyle/>
        <a:p>
          <a:endParaRPr lang="en-US" sz="2400"/>
        </a:p>
      </dgm:t>
    </dgm:pt>
    <dgm:pt modelId="{58637AA4-D6F0-4D09-B576-AD1D489C948A}" type="sibTrans" cxnId="{1497D50E-E465-4B61-AEB0-65BB979E6A58}">
      <dgm:prSet/>
      <dgm:spPr/>
      <dgm:t>
        <a:bodyPr/>
        <a:lstStyle/>
        <a:p>
          <a:endParaRPr lang="en-US" sz="2400"/>
        </a:p>
      </dgm:t>
    </dgm:pt>
    <dgm:pt modelId="{1CFF1408-EA25-4C85-A5B6-A47FBE3F7BF5}">
      <dgm:prSet custT="1"/>
      <dgm:spPr/>
      <dgm:t>
        <a:bodyPr/>
        <a:lstStyle/>
        <a:p>
          <a:pPr rtl="0"/>
          <a:r>
            <a:rPr lang="en-US" sz="2400" dirty="0"/>
            <a:t>Prevents eavesdropping</a:t>
          </a:r>
        </a:p>
      </dgm:t>
    </dgm:pt>
    <dgm:pt modelId="{92AC1C3C-A556-497F-A60A-0E2191C5EF56}" type="parTrans" cxnId="{A4D548FA-1807-4267-8EC6-240565D68D5F}">
      <dgm:prSet/>
      <dgm:spPr/>
      <dgm:t>
        <a:bodyPr/>
        <a:lstStyle/>
        <a:p>
          <a:endParaRPr lang="en-US" sz="2400"/>
        </a:p>
      </dgm:t>
    </dgm:pt>
    <dgm:pt modelId="{105CA893-E7AC-49A4-B644-F1A01888B733}" type="sibTrans" cxnId="{A4D548FA-1807-4267-8EC6-240565D68D5F}">
      <dgm:prSet/>
      <dgm:spPr/>
      <dgm:t>
        <a:bodyPr/>
        <a:lstStyle/>
        <a:p>
          <a:endParaRPr lang="en-US" sz="2400"/>
        </a:p>
      </dgm:t>
    </dgm:pt>
    <dgm:pt modelId="{F1C393D4-A72D-4070-A61D-0DA117E3A5A2}" type="pres">
      <dgm:prSet presAssocID="{C8947E8E-B032-487F-AF6E-F66E6A144604}" presName="theList" presStyleCnt="0">
        <dgm:presLayoutVars>
          <dgm:dir/>
          <dgm:animLvl val="lvl"/>
          <dgm:resizeHandles val="exact"/>
        </dgm:presLayoutVars>
      </dgm:prSet>
      <dgm:spPr/>
    </dgm:pt>
    <dgm:pt modelId="{11B1D6C3-24E6-4BA1-87A8-074606224E15}" type="pres">
      <dgm:prSet presAssocID="{A62CA795-D05F-42C0-B1A2-BD549D55C3D3}" presName="compNode" presStyleCnt="0"/>
      <dgm:spPr/>
    </dgm:pt>
    <dgm:pt modelId="{026CC106-F953-4E60-9AB3-2FDB4B9F28A5}" type="pres">
      <dgm:prSet presAssocID="{A62CA795-D05F-42C0-B1A2-BD549D55C3D3}" presName="aNode" presStyleLbl="bgShp" presStyleIdx="0" presStyleCnt="2"/>
      <dgm:spPr/>
    </dgm:pt>
    <dgm:pt modelId="{8FD4F673-B05E-406A-9CDE-C6583058D5EB}" type="pres">
      <dgm:prSet presAssocID="{A62CA795-D05F-42C0-B1A2-BD549D55C3D3}" presName="textNode" presStyleLbl="bgShp" presStyleIdx="0" presStyleCnt="2"/>
      <dgm:spPr/>
    </dgm:pt>
    <dgm:pt modelId="{54E3841A-7D74-44BC-A890-94032744049E}" type="pres">
      <dgm:prSet presAssocID="{A62CA795-D05F-42C0-B1A2-BD549D55C3D3}" presName="compChildNode" presStyleCnt="0"/>
      <dgm:spPr/>
    </dgm:pt>
    <dgm:pt modelId="{5644D2C0-C5B5-4339-BFA7-4A28000576F8}" type="pres">
      <dgm:prSet presAssocID="{A62CA795-D05F-42C0-B1A2-BD549D55C3D3}" presName="theInnerList" presStyleCnt="0"/>
      <dgm:spPr/>
    </dgm:pt>
    <dgm:pt modelId="{88789DB9-C6DC-4FF8-8E36-B370B3A45201}" type="pres">
      <dgm:prSet presAssocID="{B83A1260-50E1-46AD-AC32-573F6AF8DBA5}" presName="childNode" presStyleLbl="node1" presStyleIdx="0" presStyleCnt="5">
        <dgm:presLayoutVars>
          <dgm:bulletEnabled val="1"/>
        </dgm:presLayoutVars>
      </dgm:prSet>
      <dgm:spPr/>
    </dgm:pt>
    <dgm:pt modelId="{D17FD0F7-B62E-4376-BDE7-FCA2FE0F83EA}" type="pres">
      <dgm:prSet presAssocID="{B83A1260-50E1-46AD-AC32-573F6AF8DBA5}" presName="aSpace2" presStyleCnt="0"/>
      <dgm:spPr/>
    </dgm:pt>
    <dgm:pt modelId="{1F206774-86F7-4200-AC4A-FCF9E6875757}" type="pres">
      <dgm:prSet presAssocID="{22C273B0-9CCC-4A64-9791-A6CBB35CF91C}" presName="childNode" presStyleLbl="node1" presStyleIdx="1" presStyleCnt="5">
        <dgm:presLayoutVars>
          <dgm:bulletEnabled val="1"/>
        </dgm:presLayoutVars>
      </dgm:prSet>
      <dgm:spPr/>
    </dgm:pt>
    <dgm:pt modelId="{DFB1004E-86FE-4FB8-9A31-20F686323C50}" type="pres">
      <dgm:prSet presAssocID="{A62CA795-D05F-42C0-B1A2-BD549D55C3D3}" presName="aSpace" presStyleCnt="0"/>
      <dgm:spPr/>
    </dgm:pt>
    <dgm:pt modelId="{6A5843AF-4C8F-48EE-A158-5524EE069FCD}" type="pres">
      <dgm:prSet presAssocID="{0CFD0F55-53BD-4BED-AF52-7E449FD80FF4}" presName="compNode" presStyleCnt="0"/>
      <dgm:spPr/>
    </dgm:pt>
    <dgm:pt modelId="{344F27A2-B160-412F-B977-D3C3211C186E}" type="pres">
      <dgm:prSet presAssocID="{0CFD0F55-53BD-4BED-AF52-7E449FD80FF4}" presName="aNode" presStyleLbl="bgShp" presStyleIdx="1" presStyleCnt="2"/>
      <dgm:spPr/>
    </dgm:pt>
    <dgm:pt modelId="{E669DD0E-2E2A-44D3-A9CA-9511AD6D3D13}" type="pres">
      <dgm:prSet presAssocID="{0CFD0F55-53BD-4BED-AF52-7E449FD80FF4}" presName="textNode" presStyleLbl="bgShp" presStyleIdx="1" presStyleCnt="2"/>
      <dgm:spPr/>
    </dgm:pt>
    <dgm:pt modelId="{53D92D8D-1011-4083-B947-FCE97D26F481}" type="pres">
      <dgm:prSet presAssocID="{0CFD0F55-53BD-4BED-AF52-7E449FD80FF4}" presName="compChildNode" presStyleCnt="0"/>
      <dgm:spPr/>
    </dgm:pt>
    <dgm:pt modelId="{6CD3B7E3-38E7-4FFB-BB19-FC9D62ADD012}" type="pres">
      <dgm:prSet presAssocID="{0CFD0F55-53BD-4BED-AF52-7E449FD80FF4}" presName="theInnerList" presStyleCnt="0"/>
      <dgm:spPr/>
    </dgm:pt>
    <dgm:pt modelId="{C3AC6E4D-3859-477C-961A-81570AB11F31}" type="pres">
      <dgm:prSet presAssocID="{01020C6A-8DE2-4BA4-B1B4-CDE07C99E5EA}" presName="childNode" presStyleLbl="node1" presStyleIdx="2" presStyleCnt="5">
        <dgm:presLayoutVars>
          <dgm:bulletEnabled val="1"/>
        </dgm:presLayoutVars>
      </dgm:prSet>
      <dgm:spPr/>
    </dgm:pt>
    <dgm:pt modelId="{5D610E84-4A86-4B79-A01A-40010F1D7E06}" type="pres">
      <dgm:prSet presAssocID="{01020C6A-8DE2-4BA4-B1B4-CDE07C99E5EA}" presName="aSpace2" presStyleCnt="0"/>
      <dgm:spPr/>
    </dgm:pt>
    <dgm:pt modelId="{0AF24DAF-4C9A-47F4-BBD2-AC856D3797AD}" type="pres">
      <dgm:prSet presAssocID="{2799C04F-C748-48E7-9B57-857E532364ED}" presName="childNode" presStyleLbl="node1" presStyleIdx="3" presStyleCnt="5">
        <dgm:presLayoutVars>
          <dgm:bulletEnabled val="1"/>
        </dgm:presLayoutVars>
      </dgm:prSet>
      <dgm:spPr/>
    </dgm:pt>
    <dgm:pt modelId="{F75F0531-D578-40A3-848D-189B4146E6D6}" type="pres">
      <dgm:prSet presAssocID="{2799C04F-C748-48E7-9B57-857E532364ED}" presName="aSpace2" presStyleCnt="0"/>
      <dgm:spPr/>
    </dgm:pt>
    <dgm:pt modelId="{8C7981A1-39FC-4CDC-87F0-E02CEBF6C2FB}" type="pres">
      <dgm:prSet presAssocID="{1CFF1408-EA25-4C85-A5B6-A47FBE3F7BF5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BEF9070B-A8A3-432E-9DA5-B08E0A722217}" type="presOf" srcId="{0CFD0F55-53BD-4BED-AF52-7E449FD80FF4}" destId="{E669DD0E-2E2A-44D3-A9CA-9511AD6D3D13}" srcOrd="1" destOrd="0" presId="urn:microsoft.com/office/officeart/2005/8/layout/lProcess2"/>
    <dgm:cxn modelId="{1497D50E-E465-4B61-AEB0-65BB979E6A58}" srcId="{0CFD0F55-53BD-4BED-AF52-7E449FD80FF4}" destId="{2799C04F-C748-48E7-9B57-857E532364ED}" srcOrd="1" destOrd="0" parTransId="{AC4803FE-8999-419C-A578-5B6C4264684D}" sibTransId="{58637AA4-D6F0-4D09-B576-AD1D489C948A}"/>
    <dgm:cxn modelId="{B5E1223E-7EF0-444A-9B67-89260E9B2D8E}" type="presOf" srcId="{0CFD0F55-53BD-4BED-AF52-7E449FD80FF4}" destId="{344F27A2-B160-412F-B977-D3C3211C186E}" srcOrd="0" destOrd="0" presId="urn:microsoft.com/office/officeart/2005/8/layout/lProcess2"/>
    <dgm:cxn modelId="{0C8C8F5C-05E8-4A5F-AE00-392095182FF0}" srcId="{C8947E8E-B032-487F-AF6E-F66E6A144604}" destId="{0CFD0F55-53BD-4BED-AF52-7E449FD80FF4}" srcOrd="1" destOrd="0" parTransId="{9169E23B-C5D1-4714-BF8B-711E4164C567}" sibTransId="{D0B85AFC-9EC9-4248-927D-3FAE34AFD501}"/>
    <dgm:cxn modelId="{F60A9066-F05D-462F-BED2-021016B7B1BD}" type="presOf" srcId="{01020C6A-8DE2-4BA4-B1B4-CDE07C99E5EA}" destId="{C3AC6E4D-3859-477C-961A-81570AB11F31}" srcOrd="0" destOrd="0" presId="urn:microsoft.com/office/officeart/2005/8/layout/lProcess2"/>
    <dgm:cxn modelId="{B783E46F-97E6-47C2-8149-80E1DE079CA9}" type="presOf" srcId="{B83A1260-50E1-46AD-AC32-573F6AF8DBA5}" destId="{88789DB9-C6DC-4FF8-8E36-B370B3A45201}" srcOrd="0" destOrd="0" presId="urn:microsoft.com/office/officeart/2005/8/layout/lProcess2"/>
    <dgm:cxn modelId="{AF0B6889-4AE7-4C14-A51F-1F16D5C9A430}" srcId="{C8947E8E-B032-487F-AF6E-F66E6A144604}" destId="{A62CA795-D05F-42C0-B1A2-BD549D55C3D3}" srcOrd="0" destOrd="0" parTransId="{71AAD9B7-7EC7-430D-A9E6-F94CBD97CF6D}" sibTransId="{E955D44D-0D06-4B76-BDBC-3EFA850C2B92}"/>
    <dgm:cxn modelId="{54F2C78C-C935-4E2A-BA4F-389FF2C024A4}" type="presOf" srcId="{C8947E8E-B032-487F-AF6E-F66E6A144604}" destId="{F1C393D4-A72D-4070-A61D-0DA117E3A5A2}" srcOrd="0" destOrd="0" presId="urn:microsoft.com/office/officeart/2005/8/layout/lProcess2"/>
    <dgm:cxn modelId="{2B82C68D-1988-4B93-AB3C-316AC8EAFA46}" srcId="{A62CA795-D05F-42C0-B1A2-BD549D55C3D3}" destId="{B83A1260-50E1-46AD-AC32-573F6AF8DBA5}" srcOrd="0" destOrd="0" parTransId="{FB8409B2-7224-4E35-B439-238CAB355E2B}" sibTransId="{E7AD27BB-21AB-4CD5-BBE9-28BF8B2F5817}"/>
    <dgm:cxn modelId="{65BAC29B-6270-4264-913F-24D2C5A0061D}" srcId="{A62CA795-D05F-42C0-B1A2-BD549D55C3D3}" destId="{22C273B0-9CCC-4A64-9791-A6CBB35CF91C}" srcOrd="1" destOrd="0" parTransId="{F02D4714-2C43-4C9C-9786-64973D09A1CF}" sibTransId="{338A019D-60F9-4BFA-AE0B-F9D23A1EDC41}"/>
    <dgm:cxn modelId="{6B9942C9-4606-49B0-B138-811165FA8AB8}" srcId="{0CFD0F55-53BD-4BED-AF52-7E449FD80FF4}" destId="{01020C6A-8DE2-4BA4-B1B4-CDE07C99E5EA}" srcOrd="0" destOrd="0" parTransId="{B81B2C83-0681-45C0-97FC-737913B164EB}" sibTransId="{8F5C576C-F7C0-4ECC-8FB5-9316893C1993}"/>
    <dgm:cxn modelId="{918643CA-C90E-45E3-AEB0-2B2F2D281AE4}" type="presOf" srcId="{22C273B0-9CCC-4A64-9791-A6CBB35CF91C}" destId="{1F206774-86F7-4200-AC4A-FCF9E6875757}" srcOrd="0" destOrd="0" presId="urn:microsoft.com/office/officeart/2005/8/layout/lProcess2"/>
    <dgm:cxn modelId="{A4C632D4-4F4C-419A-B09C-7286DC74868E}" type="presOf" srcId="{A62CA795-D05F-42C0-B1A2-BD549D55C3D3}" destId="{8FD4F673-B05E-406A-9CDE-C6583058D5EB}" srcOrd="1" destOrd="0" presId="urn:microsoft.com/office/officeart/2005/8/layout/lProcess2"/>
    <dgm:cxn modelId="{2C5376DF-6E95-4EA8-8F55-B2DCC74DFA84}" type="presOf" srcId="{1CFF1408-EA25-4C85-A5B6-A47FBE3F7BF5}" destId="{8C7981A1-39FC-4CDC-87F0-E02CEBF6C2FB}" srcOrd="0" destOrd="0" presId="urn:microsoft.com/office/officeart/2005/8/layout/lProcess2"/>
    <dgm:cxn modelId="{69D7C1ED-5822-4280-90E7-CCD5A7ACC6F6}" type="presOf" srcId="{2799C04F-C748-48E7-9B57-857E532364ED}" destId="{0AF24DAF-4C9A-47F4-BBD2-AC856D3797AD}" srcOrd="0" destOrd="0" presId="urn:microsoft.com/office/officeart/2005/8/layout/lProcess2"/>
    <dgm:cxn modelId="{026F0CFA-ED02-4F11-9055-A5F65C746044}" type="presOf" srcId="{A62CA795-D05F-42C0-B1A2-BD549D55C3D3}" destId="{026CC106-F953-4E60-9AB3-2FDB4B9F28A5}" srcOrd="0" destOrd="0" presId="urn:microsoft.com/office/officeart/2005/8/layout/lProcess2"/>
    <dgm:cxn modelId="{A4D548FA-1807-4267-8EC6-240565D68D5F}" srcId="{0CFD0F55-53BD-4BED-AF52-7E449FD80FF4}" destId="{1CFF1408-EA25-4C85-A5B6-A47FBE3F7BF5}" srcOrd="2" destOrd="0" parTransId="{92AC1C3C-A556-497F-A60A-0E2191C5EF56}" sibTransId="{105CA893-E7AC-49A4-B644-F1A01888B733}"/>
    <dgm:cxn modelId="{9077C79E-52D9-4F40-ACDC-BE7A2F1CA4FF}" type="presParOf" srcId="{F1C393D4-A72D-4070-A61D-0DA117E3A5A2}" destId="{11B1D6C3-24E6-4BA1-87A8-074606224E15}" srcOrd="0" destOrd="0" presId="urn:microsoft.com/office/officeart/2005/8/layout/lProcess2"/>
    <dgm:cxn modelId="{C0F4627D-D9C2-4B9C-89C1-8FA18665AB10}" type="presParOf" srcId="{11B1D6C3-24E6-4BA1-87A8-074606224E15}" destId="{026CC106-F953-4E60-9AB3-2FDB4B9F28A5}" srcOrd="0" destOrd="0" presId="urn:microsoft.com/office/officeart/2005/8/layout/lProcess2"/>
    <dgm:cxn modelId="{E0BC8BA2-F242-4F0A-98FC-574F775D46F1}" type="presParOf" srcId="{11B1D6C3-24E6-4BA1-87A8-074606224E15}" destId="{8FD4F673-B05E-406A-9CDE-C6583058D5EB}" srcOrd="1" destOrd="0" presId="urn:microsoft.com/office/officeart/2005/8/layout/lProcess2"/>
    <dgm:cxn modelId="{6A9BA917-011D-4287-AF59-F244E2428ED4}" type="presParOf" srcId="{11B1D6C3-24E6-4BA1-87A8-074606224E15}" destId="{54E3841A-7D74-44BC-A890-94032744049E}" srcOrd="2" destOrd="0" presId="urn:microsoft.com/office/officeart/2005/8/layout/lProcess2"/>
    <dgm:cxn modelId="{63E76039-AD1F-4D56-83B6-E6675541B20A}" type="presParOf" srcId="{54E3841A-7D74-44BC-A890-94032744049E}" destId="{5644D2C0-C5B5-4339-BFA7-4A28000576F8}" srcOrd="0" destOrd="0" presId="urn:microsoft.com/office/officeart/2005/8/layout/lProcess2"/>
    <dgm:cxn modelId="{E9EE74F6-80D5-4C50-AC18-DA20F7F52C09}" type="presParOf" srcId="{5644D2C0-C5B5-4339-BFA7-4A28000576F8}" destId="{88789DB9-C6DC-4FF8-8E36-B370B3A45201}" srcOrd="0" destOrd="0" presId="urn:microsoft.com/office/officeart/2005/8/layout/lProcess2"/>
    <dgm:cxn modelId="{391E8571-88C2-414F-B2CE-A4CF8705D7BB}" type="presParOf" srcId="{5644D2C0-C5B5-4339-BFA7-4A28000576F8}" destId="{D17FD0F7-B62E-4376-BDE7-FCA2FE0F83EA}" srcOrd="1" destOrd="0" presId="urn:microsoft.com/office/officeart/2005/8/layout/lProcess2"/>
    <dgm:cxn modelId="{8D3B0755-FF45-484F-B662-1F6FBBFD69D7}" type="presParOf" srcId="{5644D2C0-C5B5-4339-BFA7-4A28000576F8}" destId="{1F206774-86F7-4200-AC4A-FCF9E6875757}" srcOrd="2" destOrd="0" presId="urn:microsoft.com/office/officeart/2005/8/layout/lProcess2"/>
    <dgm:cxn modelId="{6B4194FD-6AB7-4235-AB68-5E8C30A755C7}" type="presParOf" srcId="{F1C393D4-A72D-4070-A61D-0DA117E3A5A2}" destId="{DFB1004E-86FE-4FB8-9A31-20F686323C50}" srcOrd="1" destOrd="0" presId="urn:microsoft.com/office/officeart/2005/8/layout/lProcess2"/>
    <dgm:cxn modelId="{6DA7A24D-8BFF-4ACA-BA47-105A1958F9F6}" type="presParOf" srcId="{F1C393D4-A72D-4070-A61D-0DA117E3A5A2}" destId="{6A5843AF-4C8F-48EE-A158-5524EE069FCD}" srcOrd="2" destOrd="0" presId="urn:microsoft.com/office/officeart/2005/8/layout/lProcess2"/>
    <dgm:cxn modelId="{08C126DB-D965-4021-A314-AE51F8A6AB02}" type="presParOf" srcId="{6A5843AF-4C8F-48EE-A158-5524EE069FCD}" destId="{344F27A2-B160-412F-B977-D3C3211C186E}" srcOrd="0" destOrd="0" presId="urn:microsoft.com/office/officeart/2005/8/layout/lProcess2"/>
    <dgm:cxn modelId="{2DEB3E55-573B-4DC8-9940-C2AE30959E0B}" type="presParOf" srcId="{6A5843AF-4C8F-48EE-A158-5524EE069FCD}" destId="{E669DD0E-2E2A-44D3-A9CA-9511AD6D3D13}" srcOrd="1" destOrd="0" presId="urn:microsoft.com/office/officeart/2005/8/layout/lProcess2"/>
    <dgm:cxn modelId="{AC5D2347-EF42-463A-A8A6-597B49AFE460}" type="presParOf" srcId="{6A5843AF-4C8F-48EE-A158-5524EE069FCD}" destId="{53D92D8D-1011-4083-B947-FCE97D26F481}" srcOrd="2" destOrd="0" presId="urn:microsoft.com/office/officeart/2005/8/layout/lProcess2"/>
    <dgm:cxn modelId="{F999BAD2-C1CD-4D22-B344-CD696F9635A0}" type="presParOf" srcId="{53D92D8D-1011-4083-B947-FCE97D26F481}" destId="{6CD3B7E3-38E7-4FFB-BB19-FC9D62ADD012}" srcOrd="0" destOrd="0" presId="urn:microsoft.com/office/officeart/2005/8/layout/lProcess2"/>
    <dgm:cxn modelId="{7C592BCC-072E-4D1B-9151-7F33CAC77FDE}" type="presParOf" srcId="{6CD3B7E3-38E7-4FFB-BB19-FC9D62ADD012}" destId="{C3AC6E4D-3859-477C-961A-81570AB11F31}" srcOrd="0" destOrd="0" presId="urn:microsoft.com/office/officeart/2005/8/layout/lProcess2"/>
    <dgm:cxn modelId="{2A071C9C-A79B-42B8-A57E-7E544C5206B5}" type="presParOf" srcId="{6CD3B7E3-38E7-4FFB-BB19-FC9D62ADD012}" destId="{5D610E84-4A86-4B79-A01A-40010F1D7E06}" srcOrd="1" destOrd="0" presId="urn:microsoft.com/office/officeart/2005/8/layout/lProcess2"/>
    <dgm:cxn modelId="{F6703058-5D4B-4D52-80A5-7BA18E6F6C7E}" type="presParOf" srcId="{6CD3B7E3-38E7-4FFB-BB19-FC9D62ADD012}" destId="{0AF24DAF-4C9A-47F4-BBD2-AC856D3797AD}" srcOrd="2" destOrd="0" presId="urn:microsoft.com/office/officeart/2005/8/layout/lProcess2"/>
    <dgm:cxn modelId="{A757AE68-5012-4893-879E-73459D2E50DE}" type="presParOf" srcId="{6CD3B7E3-38E7-4FFB-BB19-FC9D62ADD012}" destId="{F75F0531-D578-40A3-848D-189B4146E6D6}" srcOrd="3" destOrd="0" presId="urn:microsoft.com/office/officeart/2005/8/layout/lProcess2"/>
    <dgm:cxn modelId="{2714C826-B239-428C-92EA-BF33B2EA0526}" type="presParOf" srcId="{6CD3B7E3-38E7-4FFB-BB19-FC9D62ADD012}" destId="{8C7981A1-39FC-4CDC-87F0-E02CEBF6C2FB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174920-D6E2-419F-82DF-18B2503641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D8D83E-E538-4B14-B4C5-2D8263B3F453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Plaintext</a:t>
          </a:r>
          <a:r>
            <a:rPr lang="en-US" sz="2400" dirty="0"/>
            <a:t> or </a:t>
          </a:r>
          <a:r>
            <a:rPr lang="en-US" sz="28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Cleartext</a:t>
          </a:r>
          <a:endParaRPr lang="en-US" sz="2400" b="1" i="1" u="sng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328FE3D-CBAB-4654-B073-D52F5DAEEF00}" type="parTrans" cxnId="{FF45542A-34CE-41EC-8887-8FE5921D8364}">
      <dgm:prSet/>
      <dgm:spPr/>
      <dgm:t>
        <a:bodyPr/>
        <a:lstStyle/>
        <a:p>
          <a:endParaRPr lang="en-US" sz="2400"/>
        </a:p>
      </dgm:t>
    </dgm:pt>
    <dgm:pt modelId="{1DA220DE-B3CF-4FF6-AFBE-E5C3DED6735C}" type="sibTrans" cxnId="{FF45542A-34CE-41EC-8887-8FE5921D8364}">
      <dgm:prSet/>
      <dgm:spPr/>
      <dgm:t>
        <a:bodyPr/>
        <a:lstStyle/>
        <a:p>
          <a:endParaRPr lang="en-US" sz="2400"/>
        </a:p>
      </dgm:t>
    </dgm:pt>
    <dgm:pt modelId="{32B42B99-E6AE-45C3-BA4D-82463E266BC9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Ciphertext</a:t>
          </a:r>
          <a:endParaRPr lang="en-US" sz="2400" b="1" i="1" u="sng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A05F075-A081-4713-8403-46ED693E7F64}" type="parTrans" cxnId="{8E1792D5-8BD7-4220-B70C-4353968DE6F3}">
      <dgm:prSet/>
      <dgm:spPr/>
      <dgm:t>
        <a:bodyPr/>
        <a:lstStyle/>
        <a:p>
          <a:endParaRPr lang="en-US" sz="2400"/>
        </a:p>
      </dgm:t>
    </dgm:pt>
    <dgm:pt modelId="{52B6EF96-4506-4C81-B753-0B5899A21032}" type="sibTrans" cxnId="{8E1792D5-8BD7-4220-B70C-4353968DE6F3}">
      <dgm:prSet/>
      <dgm:spPr/>
      <dgm:t>
        <a:bodyPr/>
        <a:lstStyle/>
        <a:p>
          <a:endParaRPr lang="en-US" sz="2400"/>
        </a:p>
      </dgm:t>
    </dgm:pt>
    <dgm:pt modelId="{2A6C25C4-4346-4861-B2F1-7E9DFA6E65DA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Algorithms</a:t>
          </a:r>
          <a:endParaRPr lang="en-US" sz="2400" b="1" i="1" u="sng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5EF4877-E1CF-477F-8A2E-3F27C5E027EB}" type="parTrans" cxnId="{0EB967B3-16DE-4B24-98FD-218685DFF312}">
      <dgm:prSet/>
      <dgm:spPr/>
      <dgm:t>
        <a:bodyPr/>
        <a:lstStyle/>
        <a:p>
          <a:endParaRPr lang="en-US" sz="2400"/>
        </a:p>
      </dgm:t>
    </dgm:pt>
    <dgm:pt modelId="{62DB3BEF-452F-4235-B11D-9E223FC47549}" type="sibTrans" cxnId="{0EB967B3-16DE-4B24-98FD-218685DFF312}">
      <dgm:prSet/>
      <dgm:spPr/>
      <dgm:t>
        <a:bodyPr/>
        <a:lstStyle/>
        <a:p>
          <a:endParaRPr lang="en-US" sz="2400"/>
        </a:p>
      </dgm:t>
    </dgm:pt>
    <dgm:pt modelId="{9CD2C704-E378-466C-A8C2-B9F1BBDAC86C}">
      <dgm:prSet custT="1"/>
      <dgm:spPr/>
      <dgm:t>
        <a:bodyPr/>
        <a:lstStyle/>
        <a:p>
          <a:pPr rtl="0"/>
          <a:r>
            <a:rPr lang="en-US" sz="28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</a:t>
          </a:r>
          <a:endParaRPr lang="en-US" sz="2400" b="1" i="1" u="sng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0E965E-19C7-4B33-BF09-789F5530C388}" type="parTrans" cxnId="{B869865F-965B-4A85-BC28-1DDE7FC5FE6A}">
      <dgm:prSet/>
      <dgm:spPr/>
      <dgm:t>
        <a:bodyPr/>
        <a:lstStyle/>
        <a:p>
          <a:endParaRPr lang="en-US" sz="2400"/>
        </a:p>
      </dgm:t>
    </dgm:pt>
    <dgm:pt modelId="{840F6A4F-2A42-46BF-80A3-2A0862D4C274}" type="sibTrans" cxnId="{B869865F-965B-4A85-BC28-1DDE7FC5FE6A}">
      <dgm:prSet/>
      <dgm:spPr/>
      <dgm:t>
        <a:bodyPr/>
        <a:lstStyle/>
        <a:p>
          <a:endParaRPr lang="en-US" sz="2400"/>
        </a:p>
      </dgm:t>
    </dgm:pt>
    <dgm:pt modelId="{D059D8DE-6726-49F7-BF7F-3DA182DF0809}" type="pres">
      <dgm:prSet presAssocID="{F3174920-D6E2-419F-82DF-18B2503641AC}" presName="linear" presStyleCnt="0">
        <dgm:presLayoutVars>
          <dgm:animLvl val="lvl"/>
          <dgm:resizeHandles val="exact"/>
        </dgm:presLayoutVars>
      </dgm:prSet>
      <dgm:spPr/>
    </dgm:pt>
    <dgm:pt modelId="{69235920-CA3C-4A51-AD5A-114E76C03FB6}" type="pres">
      <dgm:prSet presAssocID="{44D8D83E-E538-4B14-B4C5-2D8263B3F4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8A63811-0BFD-445A-9EDF-8EAD7FEBD343}" type="pres">
      <dgm:prSet presAssocID="{1DA220DE-B3CF-4FF6-AFBE-E5C3DED6735C}" presName="spacer" presStyleCnt="0"/>
      <dgm:spPr/>
    </dgm:pt>
    <dgm:pt modelId="{94A40EA3-7A30-4634-B21D-A4746988AF63}" type="pres">
      <dgm:prSet presAssocID="{32B42B99-E6AE-45C3-BA4D-82463E266B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E210CDA-4429-48B0-AC41-216DEB704529}" type="pres">
      <dgm:prSet presAssocID="{52B6EF96-4506-4C81-B753-0B5899A21032}" presName="spacer" presStyleCnt="0"/>
      <dgm:spPr/>
    </dgm:pt>
    <dgm:pt modelId="{1BE026D8-C261-477C-BF87-94D96DCAD48A}" type="pres">
      <dgm:prSet presAssocID="{2A6C25C4-4346-4861-B2F1-7E9DFA6E65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992EEDD-A519-42F8-BC53-22214C681930}" type="pres">
      <dgm:prSet presAssocID="{62DB3BEF-452F-4235-B11D-9E223FC47549}" presName="spacer" presStyleCnt="0"/>
      <dgm:spPr/>
    </dgm:pt>
    <dgm:pt modelId="{0FCAC075-4A69-4B9F-8DFE-450840E4827B}" type="pres">
      <dgm:prSet presAssocID="{9CD2C704-E378-466C-A8C2-B9F1BBDAC86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30F3114-D358-4D58-939B-C8C91B79FC73}" type="presOf" srcId="{9CD2C704-E378-466C-A8C2-B9F1BBDAC86C}" destId="{0FCAC075-4A69-4B9F-8DFE-450840E4827B}" srcOrd="0" destOrd="0" presId="urn:microsoft.com/office/officeart/2005/8/layout/vList2"/>
    <dgm:cxn modelId="{FF45542A-34CE-41EC-8887-8FE5921D8364}" srcId="{F3174920-D6E2-419F-82DF-18B2503641AC}" destId="{44D8D83E-E538-4B14-B4C5-2D8263B3F453}" srcOrd="0" destOrd="0" parTransId="{7328FE3D-CBAB-4654-B073-D52F5DAEEF00}" sibTransId="{1DA220DE-B3CF-4FF6-AFBE-E5C3DED6735C}"/>
    <dgm:cxn modelId="{B869865F-965B-4A85-BC28-1DDE7FC5FE6A}" srcId="{F3174920-D6E2-419F-82DF-18B2503641AC}" destId="{9CD2C704-E378-466C-A8C2-B9F1BBDAC86C}" srcOrd="3" destOrd="0" parTransId="{030E965E-19C7-4B33-BF09-789F5530C388}" sibTransId="{840F6A4F-2A42-46BF-80A3-2A0862D4C274}"/>
    <dgm:cxn modelId="{8FDF9C87-D926-4AEE-B7DF-D132BFE4757E}" type="presOf" srcId="{2A6C25C4-4346-4861-B2F1-7E9DFA6E65DA}" destId="{1BE026D8-C261-477C-BF87-94D96DCAD48A}" srcOrd="0" destOrd="0" presId="urn:microsoft.com/office/officeart/2005/8/layout/vList2"/>
    <dgm:cxn modelId="{0EB967B3-16DE-4B24-98FD-218685DFF312}" srcId="{F3174920-D6E2-419F-82DF-18B2503641AC}" destId="{2A6C25C4-4346-4861-B2F1-7E9DFA6E65DA}" srcOrd="2" destOrd="0" parTransId="{D5EF4877-E1CF-477F-8A2E-3F27C5E027EB}" sibTransId="{62DB3BEF-452F-4235-B11D-9E223FC47549}"/>
    <dgm:cxn modelId="{18B41CBA-94CB-4215-8AE3-AB22DCAF8CDD}" type="presOf" srcId="{32B42B99-E6AE-45C3-BA4D-82463E266BC9}" destId="{94A40EA3-7A30-4634-B21D-A4746988AF63}" srcOrd="0" destOrd="0" presId="urn:microsoft.com/office/officeart/2005/8/layout/vList2"/>
    <dgm:cxn modelId="{8E1792D5-8BD7-4220-B70C-4353968DE6F3}" srcId="{F3174920-D6E2-419F-82DF-18B2503641AC}" destId="{32B42B99-E6AE-45C3-BA4D-82463E266BC9}" srcOrd="1" destOrd="0" parTransId="{9A05F075-A081-4713-8403-46ED693E7F64}" sibTransId="{52B6EF96-4506-4C81-B753-0B5899A21032}"/>
    <dgm:cxn modelId="{D760A2DE-F251-4F89-8267-D0CD4220CBD7}" type="presOf" srcId="{44D8D83E-E538-4B14-B4C5-2D8263B3F453}" destId="{69235920-CA3C-4A51-AD5A-114E76C03FB6}" srcOrd="0" destOrd="0" presId="urn:microsoft.com/office/officeart/2005/8/layout/vList2"/>
    <dgm:cxn modelId="{D61DCCE4-1FE4-40A4-A94C-938C9CC36979}" type="presOf" srcId="{F3174920-D6E2-419F-82DF-18B2503641AC}" destId="{D059D8DE-6726-49F7-BF7F-3DA182DF0809}" srcOrd="0" destOrd="0" presId="urn:microsoft.com/office/officeart/2005/8/layout/vList2"/>
    <dgm:cxn modelId="{DBC75D1F-5E8C-4025-BC9F-98EAF448B6BA}" type="presParOf" srcId="{D059D8DE-6726-49F7-BF7F-3DA182DF0809}" destId="{69235920-CA3C-4A51-AD5A-114E76C03FB6}" srcOrd="0" destOrd="0" presId="urn:microsoft.com/office/officeart/2005/8/layout/vList2"/>
    <dgm:cxn modelId="{E860128C-A972-41D2-B75B-A6219842744B}" type="presParOf" srcId="{D059D8DE-6726-49F7-BF7F-3DA182DF0809}" destId="{18A63811-0BFD-445A-9EDF-8EAD7FEBD343}" srcOrd="1" destOrd="0" presId="urn:microsoft.com/office/officeart/2005/8/layout/vList2"/>
    <dgm:cxn modelId="{F5F60A91-040A-435D-B9BC-9CE7FCE44234}" type="presParOf" srcId="{D059D8DE-6726-49F7-BF7F-3DA182DF0809}" destId="{94A40EA3-7A30-4634-B21D-A4746988AF63}" srcOrd="2" destOrd="0" presId="urn:microsoft.com/office/officeart/2005/8/layout/vList2"/>
    <dgm:cxn modelId="{F8B98D9C-C9FE-46DF-BA86-2AEA717CF781}" type="presParOf" srcId="{D059D8DE-6726-49F7-BF7F-3DA182DF0809}" destId="{DE210CDA-4429-48B0-AC41-216DEB704529}" srcOrd="3" destOrd="0" presId="urn:microsoft.com/office/officeart/2005/8/layout/vList2"/>
    <dgm:cxn modelId="{03643EDC-7059-4959-9AB0-A5EE4DEDC0D2}" type="presParOf" srcId="{D059D8DE-6726-49F7-BF7F-3DA182DF0809}" destId="{1BE026D8-C261-477C-BF87-94D96DCAD48A}" srcOrd="4" destOrd="0" presId="urn:microsoft.com/office/officeart/2005/8/layout/vList2"/>
    <dgm:cxn modelId="{4C0B291B-F0F0-4959-9EB1-ACBCDA4C93C9}" type="presParOf" srcId="{D059D8DE-6726-49F7-BF7F-3DA182DF0809}" destId="{F992EEDD-A519-42F8-BC53-22214C681930}" srcOrd="5" destOrd="0" presId="urn:microsoft.com/office/officeart/2005/8/layout/vList2"/>
    <dgm:cxn modelId="{C48C20ED-F25A-4529-BDBB-AD77315BAD5F}" type="presParOf" srcId="{D059D8DE-6726-49F7-BF7F-3DA182DF0809}" destId="{0FCAC075-4A69-4B9F-8DFE-450840E4827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114400-9AC7-446C-87C9-7EAF4DDB310E}" type="doc">
      <dgm:prSet loTypeId="urn:diagrams.loki3.com/BracketList+Icon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F76783-1CFA-494A-830F-273A44380096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Symmetric</a:t>
          </a:r>
          <a:r>
            <a:rPr lang="en-US" sz="2400" dirty="0"/>
            <a:t> systems are great at</a:t>
          </a:r>
        </a:p>
      </dgm:t>
    </dgm:pt>
    <dgm:pt modelId="{A20C7249-30C0-4F76-8331-2E9CCBD9D860}" type="parTrans" cxnId="{09D8BDF8-9DF4-4741-9024-23CAF9594135}">
      <dgm:prSet/>
      <dgm:spPr/>
      <dgm:t>
        <a:bodyPr/>
        <a:lstStyle/>
        <a:p>
          <a:endParaRPr lang="en-US" sz="2400"/>
        </a:p>
      </dgm:t>
    </dgm:pt>
    <dgm:pt modelId="{84BD5C93-1C2D-4E26-ABB8-F14FF45D87E1}" type="sibTrans" cxnId="{09D8BDF8-9DF4-4741-9024-23CAF9594135}">
      <dgm:prSet/>
      <dgm:spPr/>
      <dgm:t>
        <a:bodyPr/>
        <a:lstStyle/>
        <a:p>
          <a:endParaRPr lang="en-US" sz="2400"/>
        </a:p>
      </dgm:t>
    </dgm:pt>
    <dgm:pt modelId="{94CDF935-7733-4D9F-B54F-F9EB803C9962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Confidentiality</a:t>
          </a:r>
        </a:p>
      </dgm:t>
    </dgm:pt>
    <dgm:pt modelId="{3215AE11-BA28-4ADB-B18C-DFC6F19097DA}" type="parTrans" cxnId="{E1E50970-1A5B-46DF-B5A4-47A5560DCF47}">
      <dgm:prSet/>
      <dgm:spPr/>
      <dgm:t>
        <a:bodyPr/>
        <a:lstStyle/>
        <a:p>
          <a:endParaRPr lang="en-US" sz="2400"/>
        </a:p>
      </dgm:t>
    </dgm:pt>
    <dgm:pt modelId="{E32122B5-0AE4-489E-8B7D-CBE06B109EB1}" type="sibTrans" cxnId="{E1E50970-1A5B-46DF-B5A4-47A5560DCF47}">
      <dgm:prSet/>
      <dgm:spPr/>
      <dgm:t>
        <a:bodyPr/>
        <a:lstStyle/>
        <a:p>
          <a:endParaRPr lang="en-US" sz="2400"/>
        </a:p>
      </dgm:t>
    </dgm:pt>
    <dgm:pt modelId="{ECDC25D8-3C5A-4F58-8322-B4552F62C6B8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Speed</a:t>
          </a:r>
          <a:endParaRPr lang="en-US" sz="1800" b="1" i="1" u="sng" dirty="0">
            <a:solidFill>
              <a:srgbClr val="00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BC4948D-EA02-45E3-848B-900B784BD532}" type="parTrans" cxnId="{A5F6B711-890B-4E5A-80D4-1ED24A152E59}">
      <dgm:prSet/>
      <dgm:spPr/>
      <dgm:t>
        <a:bodyPr/>
        <a:lstStyle/>
        <a:p>
          <a:endParaRPr lang="en-US" sz="2400"/>
        </a:p>
      </dgm:t>
    </dgm:pt>
    <dgm:pt modelId="{38F82824-3391-4F6A-9AFA-2E362350D66C}" type="sibTrans" cxnId="{A5F6B711-890B-4E5A-80D4-1ED24A152E59}">
      <dgm:prSet/>
      <dgm:spPr/>
      <dgm:t>
        <a:bodyPr/>
        <a:lstStyle/>
        <a:p>
          <a:endParaRPr lang="en-US" sz="2400"/>
        </a:p>
      </dgm:t>
    </dgm:pt>
    <dgm:pt modelId="{31A794EC-0F9F-4FBE-BED4-DAAB25240960}">
      <dgm:prSet custT="1"/>
      <dgm:spPr/>
      <dgm:t>
        <a:bodyPr/>
        <a:lstStyle/>
        <a:p>
          <a:pPr rtl="0"/>
          <a:r>
            <a:rPr lang="en-US" sz="2400" dirty="0"/>
            <a:t>Overall </a:t>
          </a:r>
          <a:r>
            <a:rPr lang="en-US" sz="2400" b="1" i="1" u="sng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</a:t>
          </a:r>
        </a:p>
      </dgm:t>
    </dgm:pt>
    <dgm:pt modelId="{A0D5403E-E835-49E7-9BF5-3E900BDA7AF4}" type="parTrans" cxnId="{2FBDB890-F439-4247-9DB7-3DEE3AE2FB92}">
      <dgm:prSet/>
      <dgm:spPr/>
      <dgm:t>
        <a:bodyPr/>
        <a:lstStyle/>
        <a:p>
          <a:endParaRPr lang="en-US" sz="2400"/>
        </a:p>
      </dgm:t>
    </dgm:pt>
    <dgm:pt modelId="{E4B8FC3A-B89F-44F2-A274-94DBBAA45F9B}" type="sibTrans" cxnId="{2FBDB890-F439-4247-9DB7-3DEE3AE2FB92}">
      <dgm:prSet/>
      <dgm:spPr/>
      <dgm:t>
        <a:bodyPr/>
        <a:lstStyle/>
        <a:p>
          <a:endParaRPr lang="en-US" sz="2400"/>
        </a:p>
      </dgm:t>
    </dgm:pt>
    <dgm:pt modelId="{0257635E-F159-4AD3-A7AD-CC3A7BCC5CA9}">
      <dgm:prSet custT="1"/>
      <dgm:spPr/>
      <dgm:t>
        <a:bodyPr/>
        <a:lstStyle/>
        <a:p>
          <a:pPr rtl="0"/>
          <a:r>
            <a:rPr lang="en-US" sz="2400" dirty="0"/>
            <a:t>Providing </a:t>
          </a:r>
          <a:r>
            <a:rPr lang="en-US" sz="2400" b="1" i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Authenticity</a:t>
          </a:r>
        </a:p>
      </dgm:t>
    </dgm:pt>
    <dgm:pt modelId="{D0478F30-D663-4861-B1C9-CDD712B2B054}" type="parTrans" cxnId="{ADA8A6A9-F452-4AE4-8BD1-9D0477CDCD06}">
      <dgm:prSet/>
      <dgm:spPr/>
      <dgm:t>
        <a:bodyPr/>
        <a:lstStyle/>
        <a:p>
          <a:endParaRPr lang="en-US" sz="2400"/>
        </a:p>
      </dgm:t>
    </dgm:pt>
    <dgm:pt modelId="{6B51292A-7259-4513-A01A-5DA8C8198287}" type="sibTrans" cxnId="{ADA8A6A9-F452-4AE4-8BD1-9D0477CDCD06}">
      <dgm:prSet/>
      <dgm:spPr/>
      <dgm:t>
        <a:bodyPr/>
        <a:lstStyle/>
        <a:p>
          <a:endParaRPr lang="en-US" sz="2400"/>
        </a:p>
      </dgm:t>
    </dgm:pt>
    <dgm:pt modelId="{C5EA6070-DD25-4321-8935-51E8A548B423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Drawbacks</a:t>
          </a:r>
          <a:r>
            <a:rPr lang="en-US" sz="2400" dirty="0"/>
            <a:t> of symmetric systems</a:t>
          </a:r>
        </a:p>
      </dgm:t>
    </dgm:pt>
    <dgm:pt modelId="{556BAB59-FF91-40B0-8EC2-9BA7700D061E}" type="parTrans" cxnId="{9C1AE558-C0B8-45BB-A595-039E60137615}">
      <dgm:prSet/>
      <dgm:spPr/>
      <dgm:t>
        <a:bodyPr/>
        <a:lstStyle/>
        <a:p>
          <a:endParaRPr lang="en-US" sz="2400"/>
        </a:p>
      </dgm:t>
    </dgm:pt>
    <dgm:pt modelId="{ACEA8C36-84FB-4F84-B0D6-B68B69090313}" type="sibTrans" cxnId="{9C1AE558-C0B8-45BB-A595-039E60137615}">
      <dgm:prSet/>
      <dgm:spPr/>
      <dgm:t>
        <a:bodyPr/>
        <a:lstStyle/>
        <a:p>
          <a:endParaRPr lang="en-US" sz="2400"/>
        </a:p>
      </dgm:t>
    </dgm:pt>
    <dgm:pt modelId="{576D4694-3D9D-4FBC-8A06-8D549047FF01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 Management</a:t>
          </a:r>
        </a:p>
      </dgm:t>
    </dgm:pt>
    <dgm:pt modelId="{9C98633F-4415-4E40-8742-D906221201F0}" type="parTrans" cxnId="{BC49E52B-A1A5-409A-B664-29FD63A0C3A4}">
      <dgm:prSet/>
      <dgm:spPr/>
      <dgm:t>
        <a:bodyPr/>
        <a:lstStyle/>
        <a:p>
          <a:endParaRPr lang="en-US" sz="2400"/>
        </a:p>
      </dgm:t>
    </dgm:pt>
    <dgm:pt modelId="{EE966046-41B3-4831-B51C-0AA998AE434B}" type="sibTrans" cxnId="{BC49E52B-A1A5-409A-B664-29FD63A0C3A4}">
      <dgm:prSet/>
      <dgm:spPr/>
      <dgm:t>
        <a:bodyPr/>
        <a:lstStyle/>
        <a:p>
          <a:endParaRPr lang="en-US" sz="2400"/>
        </a:p>
      </dgm:t>
    </dgm:pt>
    <dgm:pt modelId="{1D8989E9-DCA7-4B1C-A3F4-FE43AAA9B8C2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Lack of Non-Repudiation Capability</a:t>
          </a:r>
        </a:p>
      </dgm:t>
    </dgm:pt>
    <dgm:pt modelId="{C36ECD81-B6A1-4286-96A2-9417193D25DF}" type="parTrans" cxnId="{5AC6B804-F506-4736-8087-39B95A71DC21}">
      <dgm:prSet/>
      <dgm:spPr/>
      <dgm:t>
        <a:bodyPr/>
        <a:lstStyle/>
        <a:p>
          <a:endParaRPr lang="en-US" sz="2400"/>
        </a:p>
      </dgm:t>
    </dgm:pt>
    <dgm:pt modelId="{996D2F05-D6F3-485E-A562-1C63A5A4EF55}" type="sibTrans" cxnId="{5AC6B804-F506-4736-8087-39B95A71DC21}">
      <dgm:prSet/>
      <dgm:spPr/>
      <dgm:t>
        <a:bodyPr/>
        <a:lstStyle/>
        <a:p>
          <a:endParaRPr lang="en-US" sz="2400"/>
        </a:p>
      </dgm:t>
    </dgm:pt>
    <dgm:pt modelId="{9FC0BD5D-9287-40B2-B931-A0865FFC080D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 Automated Secure Key Exchange Mechanism</a:t>
          </a:r>
        </a:p>
      </dgm:t>
    </dgm:pt>
    <dgm:pt modelId="{99A48BA0-79D1-46B8-A8BE-53CBE62F7015}" type="parTrans" cxnId="{262C1AD8-43B2-417F-9DCB-C252B447659E}">
      <dgm:prSet/>
      <dgm:spPr/>
      <dgm:t>
        <a:bodyPr/>
        <a:lstStyle/>
        <a:p>
          <a:endParaRPr lang="en-US"/>
        </a:p>
      </dgm:t>
    </dgm:pt>
    <dgm:pt modelId="{D34D147F-35B0-45D4-A8E0-CDD715F52691}" type="sibTrans" cxnId="{262C1AD8-43B2-417F-9DCB-C252B447659E}">
      <dgm:prSet/>
      <dgm:spPr/>
      <dgm:t>
        <a:bodyPr/>
        <a:lstStyle/>
        <a:p>
          <a:endParaRPr lang="en-US"/>
        </a:p>
      </dgm:t>
    </dgm:pt>
    <dgm:pt modelId="{78BEA1F7-DEFD-459F-8510-AA7D2BA15D61}" type="pres">
      <dgm:prSet presAssocID="{C7114400-9AC7-446C-87C9-7EAF4DDB310E}" presName="Name0" presStyleCnt="0">
        <dgm:presLayoutVars>
          <dgm:dir/>
          <dgm:animLvl val="lvl"/>
          <dgm:resizeHandles val="exact"/>
        </dgm:presLayoutVars>
      </dgm:prSet>
      <dgm:spPr/>
    </dgm:pt>
    <dgm:pt modelId="{78D0606D-A7AB-44C1-8478-9D5CF983471C}" type="pres">
      <dgm:prSet presAssocID="{14F76783-1CFA-494A-830F-273A44380096}" presName="linNode" presStyleCnt="0"/>
      <dgm:spPr/>
    </dgm:pt>
    <dgm:pt modelId="{586AEC70-7179-45AC-A814-CEE8AB631648}" type="pres">
      <dgm:prSet presAssocID="{14F76783-1CFA-494A-830F-273A44380096}" presName="parTx" presStyleLbl="revTx" presStyleIdx="0" presStyleCnt="2">
        <dgm:presLayoutVars>
          <dgm:chMax val="1"/>
          <dgm:bulletEnabled val="1"/>
        </dgm:presLayoutVars>
      </dgm:prSet>
      <dgm:spPr/>
    </dgm:pt>
    <dgm:pt modelId="{3E991F95-3091-4A72-B311-2C8C1037BD9B}" type="pres">
      <dgm:prSet presAssocID="{14F76783-1CFA-494A-830F-273A44380096}" presName="bracket" presStyleLbl="parChTrans1D1" presStyleIdx="0" presStyleCnt="2"/>
      <dgm:spPr/>
    </dgm:pt>
    <dgm:pt modelId="{2D9FA65E-D4BC-47D3-B7E5-6F6F140A1D3D}" type="pres">
      <dgm:prSet presAssocID="{14F76783-1CFA-494A-830F-273A44380096}" presName="spH" presStyleCnt="0"/>
      <dgm:spPr/>
    </dgm:pt>
    <dgm:pt modelId="{41A3FD40-5FCB-4755-ADD6-1776BB5A435F}" type="pres">
      <dgm:prSet presAssocID="{14F76783-1CFA-494A-830F-273A44380096}" presName="desTx" presStyleLbl="node1" presStyleIdx="0" presStyleCnt="2">
        <dgm:presLayoutVars>
          <dgm:bulletEnabled val="1"/>
        </dgm:presLayoutVars>
      </dgm:prSet>
      <dgm:spPr/>
    </dgm:pt>
    <dgm:pt modelId="{553C1695-6143-4255-986B-922FDF46A9AE}" type="pres">
      <dgm:prSet presAssocID="{84BD5C93-1C2D-4E26-ABB8-F14FF45D87E1}" presName="spV" presStyleCnt="0"/>
      <dgm:spPr/>
    </dgm:pt>
    <dgm:pt modelId="{A19508D8-AA88-4E77-8ABE-463F9DF01A62}" type="pres">
      <dgm:prSet presAssocID="{C5EA6070-DD25-4321-8935-51E8A548B423}" presName="linNode" presStyleCnt="0"/>
      <dgm:spPr/>
    </dgm:pt>
    <dgm:pt modelId="{AB9240CA-65C3-4B3A-84A0-21A42D2893A5}" type="pres">
      <dgm:prSet presAssocID="{C5EA6070-DD25-4321-8935-51E8A548B423}" presName="parTx" presStyleLbl="revTx" presStyleIdx="1" presStyleCnt="2">
        <dgm:presLayoutVars>
          <dgm:chMax val="1"/>
          <dgm:bulletEnabled val="1"/>
        </dgm:presLayoutVars>
      </dgm:prSet>
      <dgm:spPr/>
    </dgm:pt>
    <dgm:pt modelId="{0593EC37-BF52-47A1-9EFC-E3404456BA16}" type="pres">
      <dgm:prSet presAssocID="{C5EA6070-DD25-4321-8935-51E8A548B423}" presName="bracket" presStyleLbl="parChTrans1D1" presStyleIdx="1" presStyleCnt="2"/>
      <dgm:spPr/>
    </dgm:pt>
    <dgm:pt modelId="{F82E9EA6-59C2-4448-A267-1980AE70592A}" type="pres">
      <dgm:prSet presAssocID="{C5EA6070-DD25-4321-8935-51E8A548B423}" presName="spH" presStyleCnt="0"/>
      <dgm:spPr/>
    </dgm:pt>
    <dgm:pt modelId="{6F034DFC-DDE8-4076-89B5-D252FFC60EC4}" type="pres">
      <dgm:prSet presAssocID="{C5EA6070-DD25-4321-8935-51E8A548B423}" presName="desTx" presStyleLbl="node1" presStyleIdx="1" presStyleCnt="2">
        <dgm:presLayoutVars>
          <dgm:bulletEnabled val="1"/>
        </dgm:presLayoutVars>
      </dgm:prSet>
      <dgm:spPr/>
    </dgm:pt>
  </dgm:ptLst>
  <dgm:cxnLst>
    <dgm:cxn modelId="{5AC6B804-F506-4736-8087-39B95A71DC21}" srcId="{C5EA6070-DD25-4321-8935-51E8A548B423}" destId="{1D8989E9-DCA7-4B1C-A3F4-FE43AAA9B8C2}" srcOrd="1" destOrd="0" parTransId="{C36ECD81-B6A1-4286-96A2-9417193D25DF}" sibTransId="{996D2F05-D6F3-485E-A562-1C63A5A4EF55}"/>
    <dgm:cxn modelId="{FF0FA30E-5B50-49BE-BF12-E5F41A73C1DC}" type="presOf" srcId="{94CDF935-7733-4D9F-B54F-F9EB803C9962}" destId="{41A3FD40-5FCB-4755-ADD6-1776BB5A435F}" srcOrd="0" destOrd="0" presId="urn:diagrams.loki3.com/BracketList+Icon"/>
    <dgm:cxn modelId="{A5F6B711-890B-4E5A-80D4-1ED24A152E59}" srcId="{14F76783-1CFA-494A-830F-273A44380096}" destId="{ECDC25D8-3C5A-4F58-8322-B4552F62C6B8}" srcOrd="1" destOrd="0" parTransId="{2BC4948D-EA02-45E3-848B-900B784BD532}" sibTransId="{38F82824-3391-4F6A-9AFA-2E362350D66C}"/>
    <dgm:cxn modelId="{BC49E52B-A1A5-409A-B664-29FD63A0C3A4}" srcId="{C5EA6070-DD25-4321-8935-51E8A548B423}" destId="{576D4694-3D9D-4FBC-8A06-8D549047FF01}" srcOrd="0" destOrd="0" parTransId="{9C98633F-4415-4E40-8742-D906221201F0}" sibTransId="{EE966046-41B3-4831-B51C-0AA998AE434B}"/>
    <dgm:cxn modelId="{76DAD62C-4E14-40E3-B962-80FC24B699C4}" type="presOf" srcId="{31A794EC-0F9F-4FBE-BED4-DAAB25240960}" destId="{41A3FD40-5FCB-4755-ADD6-1776BB5A435F}" srcOrd="0" destOrd="2" presId="urn:diagrams.loki3.com/BracketList+Icon"/>
    <dgm:cxn modelId="{019AAC30-0C8F-4885-8290-BAD67A41E84D}" type="presOf" srcId="{C5EA6070-DD25-4321-8935-51E8A548B423}" destId="{AB9240CA-65C3-4B3A-84A0-21A42D2893A5}" srcOrd="0" destOrd="0" presId="urn:diagrams.loki3.com/BracketList+Icon"/>
    <dgm:cxn modelId="{E1E50970-1A5B-46DF-B5A4-47A5560DCF47}" srcId="{14F76783-1CFA-494A-830F-273A44380096}" destId="{94CDF935-7733-4D9F-B54F-F9EB803C9962}" srcOrd="0" destOrd="0" parTransId="{3215AE11-BA28-4ADB-B18C-DFC6F19097DA}" sibTransId="{E32122B5-0AE4-489E-8B7D-CBE06B109EB1}"/>
    <dgm:cxn modelId="{DBE99B74-79F3-4422-86A5-0DD407C37C98}" type="presOf" srcId="{14F76783-1CFA-494A-830F-273A44380096}" destId="{586AEC70-7179-45AC-A814-CEE8AB631648}" srcOrd="0" destOrd="0" presId="urn:diagrams.loki3.com/BracketList+Icon"/>
    <dgm:cxn modelId="{80962F56-74FA-41D8-B697-85F4B1DA681F}" type="presOf" srcId="{C7114400-9AC7-446C-87C9-7EAF4DDB310E}" destId="{78BEA1F7-DEFD-459F-8510-AA7D2BA15D61}" srcOrd="0" destOrd="0" presId="urn:diagrams.loki3.com/BracketList+Icon"/>
    <dgm:cxn modelId="{9C1AE558-C0B8-45BB-A595-039E60137615}" srcId="{C7114400-9AC7-446C-87C9-7EAF4DDB310E}" destId="{C5EA6070-DD25-4321-8935-51E8A548B423}" srcOrd="1" destOrd="0" parTransId="{556BAB59-FF91-40B0-8EC2-9BA7700D061E}" sibTransId="{ACEA8C36-84FB-4F84-B0D6-B68B69090313}"/>
    <dgm:cxn modelId="{CDD1947C-305B-42C2-A466-62D63ADDBAD7}" type="presOf" srcId="{9FC0BD5D-9287-40B2-B931-A0865FFC080D}" destId="{6F034DFC-DDE8-4076-89B5-D252FFC60EC4}" srcOrd="0" destOrd="1" presId="urn:diagrams.loki3.com/BracketList+Icon"/>
    <dgm:cxn modelId="{2FBDB890-F439-4247-9DB7-3DEE3AE2FB92}" srcId="{14F76783-1CFA-494A-830F-273A44380096}" destId="{31A794EC-0F9F-4FBE-BED4-DAAB25240960}" srcOrd="2" destOrd="0" parTransId="{A0D5403E-E835-49E7-9BF5-3E900BDA7AF4}" sibTransId="{E4B8FC3A-B89F-44F2-A274-94DBBAA45F9B}"/>
    <dgm:cxn modelId="{ADA8A6A9-F452-4AE4-8BD1-9D0477CDCD06}" srcId="{14F76783-1CFA-494A-830F-273A44380096}" destId="{0257635E-F159-4AD3-A7AD-CC3A7BCC5CA9}" srcOrd="3" destOrd="0" parTransId="{D0478F30-D663-4861-B1C9-CDD712B2B054}" sibTransId="{6B51292A-7259-4513-A01A-5DA8C8198287}"/>
    <dgm:cxn modelId="{262C1AD8-43B2-417F-9DCB-C252B447659E}" srcId="{576D4694-3D9D-4FBC-8A06-8D549047FF01}" destId="{9FC0BD5D-9287-40B2-B931-A0865FFC080D}" srcOrd="0" destOrd="0" parTransId="{99A48BA0-79D1-46B8-A8BE-53CBE62F7015}" sibTransId="{D34D147F-35B0-45D4-A8E0-CDD715F52691}"/>
    <dgm:cxn modelId="{0D9EA3D9-BFD4-4541-B429-E5D4129EC2A4}" type="presOf" srcId="{1D8989E9-DCA7-4B1C-A3F4-FE43AAA9B8C2}" destId="{6F034DFC-DDE8-4076-89B5-D252FFC60EC4}" srcOrd="0" destOrd="2" presId="urn:diagrams.loki3.com/BracketList+Icon"/>
    <dgm:cxn modelId="{07F2DDE3-3E24-4644-B493-0471BA723EF8}" type="presOf" srcId="{0257635E-F159-4AD3-A7AD-CC3A7BCC5CA9}" destId="{41A3FD40-5FCB-4755-ADD6-1776BB5A435F}" srcOrd="0" destOrd="3" presId="urn:diagrams.loki3.com/BracketList+Icon"/>
    <dgm:cxn modelId="{6E6550E7-A5F3-4A72-A887-BE73E46230A4}" type="presOf" srcId="{ECDC25D8-3C5A-4F58-8322-B4552F62C6B8}" destId="{41A3FD40-5FCB-4755-ADD6-1776BB5A435F}" srcOrd="0" destOrd="1" presId="urn:diagrams.loki3.com/BracketList+Icon"/>
    <dgm:cxn modelId="{0FC375F6-4F58-45B0-8E64-3C4A84C80F23}" type="presOf" srcId="{576D4694-3D9D-4FBC-8A06-8D549047FF01}" destId="{6F034DFC-DDE8-4076-89B5-D252FFC60EC4}" srcOrd="0" destOrd="0" presId="urn:diagrams.loki3.com/BracketList+Icon"/>
    <dgm:cxn modelId="{09D8BDF8-9DF4-4741-9024-23CAF9594135}" srcId="{C7114400-9AC7-446C-87C9-7EAF4DDB310E}" destId="{14F76783-1CFA-494A-830F-273A44380096}" srcOrd="0" destOrd="0" parTransId="{A20C7249-30C0-4F76-8331-2E9CCBD9D860}" sibTransId="{84BD5C93-1C2D-4E26-ABB8-F14FF45D87E1}"/>
    <dgm:cxn modelId="{9DFAFACA-CA5A-4F4B-9018-F701B5C69E7D}" type="presParOf" srcId="{78BEA1F7-DEFD-459F-8510-AA7D2BA15D61}" destId="{78D0606D-A7AB-44C1-8478-9D5CF983471C}" srcOrd="0" destOrd="0" presId="urn:diagrams.loki3.com/BracketList+Icon"/>
    <dgm:cxn modelId="{F10CD4A5-C159-4A01-B5D5-42D85B9ADC86}" type="presParOf" srcId="{78D0606D-A7AB-44C1-8478-9D5CF983471C}" destId="{586AEC70-7179-45AC-A814-CEE8AB631648}" srcOrd="0" destOrd="0" presId="urn:diagrams.loki3.com/BracketList+Icon"/>
    <dgm:cxn modelId="{C9025CE2-89A2-41EA-BF6D-3AA730B953DA}" type="presParOf" srcId="{78D0606D-A7AB-44C1-8478-9D5CF983471C}" destId="{3E991F95-3091-4A72-B311-2C8C1037BD9B}" srcOrd="1" destOrd="0" presId="urn:diagrams.loki3.com/BracketList+Icon"/>
    <dgm:cxn modelId="{F73A7F8C-DD70-47DF-A589-36EB7FFAE726}" type="presParOf" srcId="{78D0606D-A7AB-44C1-8478-9D5CF983471C}" destId="{2D9FA65E-D4BC-47D3-B7E5-6F6F140A1D3D}" srcOrd="2" destOrd="0" presId="urn:diagrams.loki3.com/BracketList+Icon"/>
    <dgm:cxn modelId="{4B0E1F2A-4881-41AE-A204-6C2E067535BF}" type="presParOf" srcId="{78D0606D-A7AB-44C1-8478-9D5CF983471C}" destId="{41A3FD40-5FCB-4755-ADD6-1776BB5A435F}" srcOrd="3" destOrd="0" presId="urn:diagrams.loki3.com/BracketList+Icon"/>
    <dgm:cxn modelId="{04A0B1BD-7A38-4771-9AF8-A063DFBC8D95}" type="presParOf" srcId="{78BEA1F7-DEFD-459F-8510-AA7D2BA15D61}" destId="{553C1695-6143-4255-986B-922FDF46A9AE}" srcOrd="1" destOrd="0" presId="urn:diagrams.loki3.com/BracketList+Icon"/>
    <dgm:cxn modelId="{D29CBF99-34BD-4119-AA31-925011F7E0F9}" type="presParOf" srcId="{78BEA1F7-DEFD-459F-8510-AA7D2BA15D61}" destId="{A19508D8-AA88-4E77-8ABE-463F9DF01A62}" srcOrd="2" destOrd="0" presId="urn:diagrams.loki3.com/BracketList+Icon"/>
    <dgm:cxn modelId="{AF0B6233-184F-45E9-ADC9-C76FAB5AE6E3}" type="presParOf" srcId="{A19508D8-AA88-4E77-8ABE-463F9DF01A62}" destId="{AB9240CA-65C3-4B3A-84A0-21A42D2893A5}" srcOrd="0" destOrd="0" presId="urn:diagrams.loki3.com/BracketList+Icon"/>
    <dgm:cxn modelId="{9AF463A5-A97D-4D4E-9B44-41CEE7C45FEE}" type="presParOf" srcId="{A19508D8-AA88-4E77-8ABE-463F9DF01A62}" destId="{0593EC37-BF52-47A1-9EFC-E3404456BA16}" srcOrd="1" destOrd="0" presId="urn:diagrams.loki3.com/BracketList+Icon"/>
    <dgm:cxn modelId="{91E52393-CD5F-4512-B44C-851025146BB9}" type="presParOf" srcId="{A19508D8-AA88-4E77-8ABE-463F9DF01A62}" destId="{F82E9EA6-59C2-4448-A267-1980AE70592A}" srcOrd="2" destOrd="0" presId="urn:diagrams.loki3.com/BracketList+Icon"/>
    <dgm:cxn modelId="{153A42E3-99F0-4EFD-9525-909A162B7F74}" type="presParOf" srcId="{A19508D8-AA88-4E77-8ABE-463F9DF01A62}" destId="{6F034DFC-DDE8-4076-89B5-D252FFC60EC4}" srcOrd="3" destOrd="0" presId="urn:diagrams.loki3.com/BracketLis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B6FE65-EFC5-4968-BA59-58B5E62A77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5FF46C-106C-44BC-B145-25799372235D}">
      <dgm:prSet custT="1"/>
      <dgm:spPr/>
      <dgm:t>
        <a:bodyPr/>
        <a:lstStyle/>
        <a:p>
          <a:pPr rtl="0"/>
          <a:r>
            <a:rPr lang="en-US" sz="2400" dirty="0"/>
            <a:t>Data Encryption Standard (</a:t>
          </a:r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</a:t>
          </a:r>
          <a:r>
            <a:rPr lang="en-US" sz="2400" dirty="0"/>
            <a:t>)</a:t>
          </a:r>
        </a:p>
      </dgm:t>
    </dgm:pt>
    <dgm:pt modelId="{3D8BA0BA-D3A8-4513-BB10-2A99D212D839}" type="parTrans" cxnId="{C0BC3253-F489-4197-8D24-F8E7EE7B21E1}">
      <dgm:prSet/>
      <dgm:spPr/>
      <dgm:t>
        <a:bodyPr/>
        <a:lstStyle/>
        <a:p>
          <a:endParaRPr lang="en-US" sz="2400"/>
        </a:p>
      </dgm:t>
    </dgm:pt>
    <dgm:pt modelId="{2A7BE49F-B8A9-4D34-A1C9-42B3D4B620C8}" type="sibTrans" cxnId="{C0BC3253-F489-4197-8D24-F8E7EE7B21E1}">
      <dgm:prSet/>
      <dgm:spPr/>
      <dgm:t>
        <a:bodyPr/>
        <a:lstStyle/>
        <a:p>
          <a:endParaRPr lang="en-US" sz="2400"/>
        </a:p>
      </dgm:t>
    </dgm:pt>
    <dgm:pt modelId="{EA0A8CE1-6758-4B10-8ED9-8C84BAA5DB6B}">
      <dgm:prSet custT="1"/>
      <dgm:spPr/>
      <dgm:t>
        <a:bodyPr/>
        <a:lstStyle/>
        <a:p>
          <a:pPr rtl="0"/>
          <a:r>
            <a:rPr lang="en-US" sz="2400" dirty="0"/>
            <a:t>Triple DES (</a:t>
          </a:r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3DES</a:t>
          </a:r>
          <a:r>
            <a:rPr lang="en-US" sz="2400" dirty="0"/>
            <a:t>)</a:t>
          </a:r>
        </a:p>
      </dgm:t>
    </dgm:pt>
    <dgm:pt modelId="{CD974DC2-B4F1-417E-B374-B93F7B8C0FD7}" type="parTrans" cxnId="{EB963714-A3AE-44FA-8146-9F3D4926BB0C}">
      <dgm:prSet/>
      <dgm:spPr/>
      <dgm:t>
        <a:bodyPr/>
        <a:lstStyle/>
        <a:p>
          <a:endParaRPr lang="en-US" sz="2400"/>
        </a:p>
      </dgm:t>
    </dgm:pt>
    <dgm:pt modelId="{0B167211-065A-4BD9-830B-600F04C0C56B}" type="sibTrans" cxnId="{EB963714-A3AE-44FA-8146-9F3D4926BB0C}">
      <dgm:prSet/>
      <dgm:spPr/>
      <dgm:t>
        <a:bodyPr/>
        <a:lstStyle/>
        <a:p>
          <a:endParaRPr lang="en-US" sz="2400"/>
        </a:p>
      </dgm:t>
    </dgm:pt>
    <dgm:pt modelId="{B1BDD5A9-E60E-4294-A8F8-1B8206AA41A3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Blowfish</a:t>
          </a:r>
        </a:p>
      </dgm:t>
    </dgm:pt>
    <dgm:pt modelId="{36B90865-0C44-4010-90B3-69020C5DD365}" type="parTrans" cxnId="{8A3DC58B-D0D8-42C2-94AE-1232C629E064}">
      <dgm:prSet/>
      <dgm:spPr/>
      <dgm:t>
        <a:bodyPr/>
        <a:lstStyle/>
        <a:p>
          <a:endParaRPr lang="en-US" sz="2400"/>
        </a:p>
      </dgm:t>
    </dgm:pt>
    <dgm:pt modelId="{2A63B751-59AD-4551-B525-0D5AA751994B}" type="sibTrans" cxnId="{8A3DC58B-D0D8-42C2-94AE-1232C629E064}">
      <dgm:prSet/>
      <dgm:spPr/>
      <dgm:t>
        <a:bodyPr/>
        <a:lstStyle/>
        <a:p>
          <a:endParaRPr lang="en-US" sz="2400"/>
        </a:p>
      </dgm:t>
    </dgm:pt>
    <dgm:pt modelId="{CCC265B5-C3EB-4E19-B79A-76EB93DB0DA5}">
      <dgm:prSet custT="1"/>
      <dgm:spPr/>
      <dgm:t>
        <a:bodyPr/>
        <a:lstStyle/>
        <a:p>
          <a:pPr rtl="0"/>
          <a:r>
            <a:rPr lang="en-US" sz="2400" dirty="0"/>
            <a:t>International Data Encryption Algorithm (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IDEA</a:t>
          </a:r>
          <a:r>
            <a:rPr lang="en-US" sz="2400" dirty="0"/>
            <a:t>)</a:t>
          </a:r>
        </a:p>
      </dgm:t>
    </dgm:pt>
    <dgm:pt modelId="{F104A473-B238-4E4E-B4B8-72584A7F6142}" type="parTrans" cxnId="{D2562EA6-C069-4BB1-8577-A7EF2FC3A2CC}">
      <dgm:prSet/>
      <dgm:spPr/>
      <dgm:t>
        <a:bodyPr/>
        <a:lstStyle/>
        <a:p>
          <a:endParaRPr lang="en-US" sz="2400"/>
        </a:p>
      </dgm:t>
    </dgm:pt>
    <dgm:pt modelId="{8157C18E-2713-48E9-A92C-6C0AACAF87B1}" type="sibTrans" cxnId="{D2562EA6-C069-4BB1-8577-A7EF2FC3A2CC}">
      <dgm:prSet/>
      <dgm:spPr/>
      <dgm:t>
        <a:bodyPr/>
        <a:lstStyle/>
        <a:p>
          <a:endParaRPr lang="en-US" sz="2400"/>
        </a:p>
      </dgm:t>
    </dgm:pt>
    <dgm:pt modelId="{20654CA5-4D3B-4B00-B29C-48C9553A629A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RC2</a:t>
          </a:r>
          <a:r>
            <a:rPr lang="en-US" sz="2400" dirty="0"/>
            <a:t>, </a:t>
          </a:r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RC4</a:t>
          </a:r>
          <a:r>
            <a:rPr lang="en-US" sz="2400" dirty="0"/>
            <a:t>, </a:t>
          </a:r>
          <a:r>
            <a:rPr lang="en-US" sz="24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RC5</a:t>
          </a:r>
          <a:r>
            <a:rPr lang="en-US" sz="2400" dirty="0"/>
            <a:t>, 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RC6</a:t>
          </a:r>
        </a:p>
      </dgm:t>
    </dgm:pt>
    <dgm:pt modelId="{754EE727-8134-4DD6-82D6-89B0F5A3E1B9}" type="parTrans" cxnId="{2B356090-BD56-40A8-9670-4BB062A00FA3}">
      <dgm:prSet/>
      <dgm:spPr/>
      <dgm:t>
        <a:bodyPr/>
        <a:lstStyle/>
        <a:p>
          <a:endParaRPr lang="en-US" sz="2400"/>
        </a:p>
      </dgm:t>
    </dgm:pt>
    <dgm:pt modelId="{12685FFE-7C76-4250-94B4-7D7318739FC2}" type="sibTrans" cxnId="{2B356090-BD56-40A8-9670-4BB062A00FA3}">
      <dgm:prSet/>
      <dgm:spPr/>
      <dgm:t>
        <a:bodyPr/>
        <a:lstStyle/>
        <a:p>
          <a:endParaRPr lang="en-US" sz="2400"/>
        </a:p>
      </dgm:t>
    </dgm:pt>
    <dgm:pt modelId="{FB3D1AD0-831B-4E12-8CA2-4C424C1AAB1A}">
      <dgm:prSet custT="1"/>
      <dgm:spPr/>
      <dgm:t>
        <a:bodyPr/>
        <a:lstStyle/>
        <a:p>
          <a:pPr rtl="0"/>
          <a:r>
            <a:rPr lang="en-US" sz="2400" dirty="0"/>
            <a:t>Rijndael or Advanced Encryption Standard (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AES</a:t>
          </a:r>
          <a:r>
            <a:rPr lang="en-US" sz="2400" dirty="0"/>
            <a:t>)</a:t>
          </a:r>
        </a:p>
      </dgm:t>
    </dgm:pt>
    <dgm:pt modelId="{C5CB544A-0FC9-4435-918C-3C2272C3785B}" type="parTrans" cxnId="{E208B050-C9D0-48BE-9259-90C02165EB17}">
      <dgm:prSet/>
      <dgm:spPr/>
      <dgm:t>
        <a:bodyPr/>
        <a:lstStyle/>
        <a:p>
          <a:endParaRPr lang="en-US" sz="2400"/>
        </a:p>
      </dgm:t>
    </dgm:pt>
    <dgm:pt modelId="{3E54FFD3-56A8-408C-9AB4-F9468202A6E0}" type="sibTrans" cxnId="{E208B050-C9D0-48BE-9259-90C02165EB17}">
      <dgm:prSet/>
      <dgm:spPr/>
      <dgm:t>
        <a:bodyPr/>
        <a:lstStyle/>
        <a:p>
          <a:endParaRPr lang="en-US" sz="2400"/>
        </a:p>
      </dgm:t>
    </dgm:pt>
    <dgm:pt modelId="{035C19CE-D001-4E49-8972-6AE12F4CEA6F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Twofish</a:t>
          </a:r>
        </a:p>
      </dgm:t>
    </dgm:pt>
    <dgm:pt modelId="{A4581818-E1CA-40F1-AA3C-BA234E78E548}" type="parTrans" cxnId="{3DDE8861-E2B0-46A4-BF86-E73E8653F133}">
      <dgm:prSet/>
      <dgm:spPr/>
      <dgm:t>
        <a:bodyPr/>
        <a:lstStyle/>
        <a:p>
          <a:endParaRPr lang="en-US" sz="2400"/>
        </a:p>
      </dgm:t>
    </dgm:pt>
    <dgm:pt modelId="{7945D56B-5CEC-4DDD-AF7B-5F675F9B8312}" type="sibTrans" cxnId="{3DDE8861-E2B0-46A4-BF86-E73E8653F133}">
      <dgm:prSet/>
      <dgm:spPr/>
      <dgm:t>
        <a:bodyPr/>
        <a:lstStyle/>
        <a:p>
          <a:endParaRPr lang="en-US" sz="2400"/>
        </a:p>
      </dgm:t>
    </dgm:pt>
    <dgm:pt modelId="{700FBFC8-35B6-4366-A15B-B1B570EB620F}" type="pres">
      <dgm:prSet presAssocID="{8BB6FE65-EFC5-4968-BA59-58B5E62A773D}" presName="linear" presStyleCnt="0">
        <dgm:presLayoutVars>
          <dgm:animLvl val="lvl"/>
          <dgm:resizeHandles val="exact"/>
        </dgm:presLayoutVars>
      </dgm:prSet>
      <dgm:spPr/>
    </dgm:pt>
    <dgm:pt modelId="{3FAE7C1B-1951-41A8-8153-42E80B48F7F1}" type="pres">
      <dgm:prSet presAssocID="{3C5FF46C-106C-44BC-B145-25799372235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78DF0C7-9089-43C7-93EF-193EC2CAAFFE}" type="pres">
      <dgm:prSet presAssocID="{2A7BE49F-B8A9-4D34-A1C9-42B3D4B620C8}" presName="spacer" presStyleCnt="0"/>
      <dgm:spPr/>
    </dgm:pt>
    <dgm:pt modelId="{6892EF4C-118D-4A61-A8CB-87DBA11E9E70}" type="pres">
      <dgm:prSet presAssocID="{EA0A8CE1-6758-4B10-8ED9-8C84BAA5DB6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FA9FB50-3FEB-4C06-A786-AAF6235ECBEA}" type="pres">
      <dgm:prSet presAssocID="{0B167211-065A-4BD9-830B-600F04C0C56B}" presName="spacer" presStyleCnt="0"/>
      <dgm:spPr/>
    </dgm:pt>
    <dgm:pt modelId="{A965F2EA-8C6B-4A7B-A05A-B3740ACC69B0}" type="pres">
      <dgm:prSet presAssocID="{B1BDD5A9-E60E-4294-A8F8-1B8206AA41A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9789957-A295-4C00-A316-45A715CCC1B5}" type="pres">
      <dgm:prSet presAssocID="{2A63B751-59AD-4551-B525-0D5AA751994B}" presName="spacer" presStyleCnt="0"/>
      <dgm:spPr/>
    </dgm:pt>
    <dgm:pt modelId="{E31FA305-FC82-4F8B-AD0D-4F3B7FB0CC7C}" type="pres">
      <dgm:prSet presAssocID="{CCC265B5-C3EB-4E19-B79A-76EB93DB0DA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0E14E10-F285-421C-A997-3CEEE8099CB4}" type="pres">
      <dgm:prSet presAssocID="{8157C18E-2713-48E9-A92C-6C0AACAF87B1}" presName="spacer" presStyleCnt="0"/>
      <dgm:spPr/>
    </dgm:pt>
    <dgm:pt modelId="{AAF53465-1997-4C20-A80D-64E92D25C6C1}" type="pres">
      <dgm:prSet presAssocID="{20654CA5-4D3B-4B00-B29C-48C9553A629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ECD576C-257A-4A5C-ADF9-66693A094F82}" type="pres">
      <dgm:prSet presAssocID="{12685FFE-7C76-4250-94B4-7D7318739FC2}" presName="spacer" presStyleCnt="0"/>
      <dgm:spPr/>
    </dgm:pt>
    <dgm:pt modelId="{7FDF3B1B-1D8D-41F6-BC68-2145147E3FA0}" type="pres">
      <dgm:prSet presAssocID="{FB3D1AD0-831B-4E12-8CA2-4C424C1AAB1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707760E-F2CC-41AD-B8AD-7594F8BA25F2}" type="pres">
      <dgm:prSet presAssocID="{3E54FFD3-56A8-408C-9AB4-F9468202A6E0}" presName="spacer" presStyleCnt="0"/>
      <dgm:spPr/>
    </dgm:pt>
    <dgm:pt modelId="{63184D48-EB34-43E3-9660-0CDB77B4A148}" type="pres">
      <dgm:prSet presAssocID="{035C19CE-D001-4E49-8972-6AE12F4CEA6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22C2109-576C-4C22-8986-459903A5D763}" type="presOf" srcId="{EA0A8CE1-6758-4B10-8ED9-8C84BAA5DB6B}" destId="{6892EF4C-118D-4A61-A8CB-87DBA11E9E70}" srcOrd="0" destOrd="0" presId="urn:microsoft.com/office/officeart/2005/8/layout/vList2"/>
    <dgm:cxn modelId="{EB963714-A3AE-44FA-8146-9F3D4926BB0C}" srcId="{8BB6FE65-EFC5-4968-BA59-58B5E62A773D}" destId="{EA0A8CE1-6758-4B10-8ED9-8C84BAA5DB6B}" srcOrd="1" destOrd="0" parTransId="{CD974DC2-B4F1-417E-B374-B93F7B8C0FD7}" sibTransId="{0B167211-065A-4BD9-830B-600F04C0C56B}"/>
    <dgm:cxn modelId="{DC88F215-4AC1-433A-B7CA-3D96BCFB9ECD}" type="presOf" srcId="{3C5FF46C-106C-44BC-B145-25799372235D}" destId="{3FAE7C1B-1951-41A8-8153-42E80B48F7F1}" srcOrd="0" destOrd="0" presId="urn:microsoft.com/office/officeart/2005/8/layout/vList2"/>
    <dgm:cxn modelId="{CBE3EF19-036C-4686-A0B1-7AA79A0402E0}" type="presOf" srcId="{CCC265B5-C3EB-4E19-B79A-76EB93DB0DA5}" destId="{E31FA305-FC82-4F8B-AD0D-4F3B7FB0CC7C}" srcOrd="0" destOrd="0" presId="urn:microsoft.com/office/officeart/2005/8/layout/vList2"/>
    <dgm:cxn modelId="{3550032C-D6C1-4464-A14B-1EB932C6EEF6}" type="presOf" srcId="{035C19CE-D001-4E49-8972-6AE12F4CEA6F}" destId="{63184D48-EB34-43E3-9660-0CDB77B4A148}" srcOrd="0" destOrd="0" presId="urn:microsoft.com/office/officeart/2005/8/layout/vList2"/>
    <dgm:cxn modelId="{3DDE8861-E2B0-46A4-BF86-E73E8653F133}" srcId="{8BB6FE65-EFC5-4968-BA59-58B5E62A773D}" destId="{035C19CE-D001-4E49-8972-6AE12F4CEA6F}" srcOrd="6" destOrd="0" parTransId="{A4581818-E1CA-40F1-AA3C-BA234E78E548}" sibTransId="{7945D56B-5CEC-4DDD-AF7B-5F675F9B8312}"/>
    <dgm:cxn modelId="{2C4DB066-1869-4CB7-A922-B161118D098B}" type="presOf" srcId="{B1BDD5A9-E60E-4294-A8F8-1B8206AA41A3}" destId="{A965F2EA-8C6B-4A7B-A05A-B3740ACC69B0}" srcOrd="0" destOrd="0" presId="urn:microsoft.com/office/officeart/2005/8/layout/vList2"/>
    <dgm:cxn modelId="{E208B050-C9D0-48BE-9259-90C02165EB17}" srcId="{8BB6FE65-EFC5-4968-BA59-58B5E62A773D}" destId="{FB3D1AD0-831B-4E12-8CA2-4C424C1AAB1A}" srcOrd="5" destOrd="0" parTransId="{C5CB544A-0FC9-4435-918C-3C2272C3785B}" sibTransId="{3E54FFD3-56A8-408C-9AB4-F9468202A6E0}"/>
    <dgm:cxn modelId="{C0BC3253-F489-4197-8D24-F8E7EE7B21E1}" srcId="{8BB6FE65-EFC5-4968-BA59-58B5E62A773D}" destId="{3C5FF46C-106C-44BC-B145-25799372235D}" srcOrd="0" destOrd="0" parTransId="{3D8BA0BA-D3A8-4513-BB10-2A99D212D839}" sibTransId="{2A7BE49F-B8A9-4D34-A1C9-42B3D4B620C8}"/>
    <dgm:cxn modelId="{580B6753-069E-4E97-BBB1-9F1B79AF7BE5}" type="presOf" srcId="{20654CA5-4D3B-4B00-B29C-48C9553A629A}" destId="{AAF53465-1997-4C20-A80D-64E92D25C6C1}" srcOrd="0" destOrd="0" presId="urn:microsoft.com/office/officeart/2005/8/layout/vList2"/>
    <dgm:cxn modelId="{8A3DC58B-D0D8-42C2-94AE-1232C629E064}" srcId="{8BB6FE65-EFC5-4968-BA59-58B5E62A773D}" destId="{B1BDD5A9-E60E-4294-A8F8-1B8206AA41A3}" srcOrd="2" destOrd="0" parTransId="{36B90865-0C44-4010-90B3-69020C5DD365}" sibTransId="{2A63B751-59AD-4551-B525-0D5AA751994B}"/>
    <dgm:cxn modelId="{2B356090-BD56-40A8-9670-4BB062A00FA3}" srcId="{8BB6FE65-EFC5-4968-BA59-58B5E62A773D}" destId="{20654CA5-4D3B-4B00-B29C-48C9553A629A}" srcOrd="4" destOrd="0" parTransId="{754EE727-8134-4DD6-82D6-89B0F5A3E1B9}" sibTransId="{12685FFE-7C76-4250-94B4-7D7318739FC2}"/>
    <dgm:cxn modelId="{D2562EA6-C069-4BB1-8577-A7EF2FC3A2CC}" srcId="{8BB6FE65-EFC5-4968-BA59-58B5E62A773D}" destId="{CCC265B5-C3EB-4E19-B79A-76EB93DB0DA5}" srcOrd="3" destOrd="0" parTransId="{F104A473-B238-4E4E-B4B8-72584A7F6142}" sibTransId="{8157C18E-2713-48E9-A92C-6C0AACAF87B1}"/>
    <dgm:cxn modelId="{B8994EA9-9B31-470E-A928-B9427EF7FAE6}" type="presOf" srcId="{FB3D1AD0-831B-4E12-8CA2-4C424C1AAB1A}" destId="{7FDF3B1B-1D8D-41F6-BC68-2145147E3FA0}" srcOrd="0" destOrd="0" presId="urn:microsoft.com/office/officeart/2005/8/layout/vList2"/>
    <dgm:cxn modelId="{A569EDDC-1726-490C-8B45-0C6EF8D08F65}" type="presOf" srcId="{8BB6FE65-EFC5-4968-BA59-58B5E62A773D}" destId="{700FBFC8-35B6-4366-A15B-B1B570EB620F}" srcOrd="0" destOrd="0" presId="urn:microsoft.com/office/officeart/2005/8/layout/vList2"/>
    <dgm:cxn modelId="{09D0A269-D7E9-4079-BE5C-0D72E79C5540}" type="presParOf" srcId="{700FBFC8-35B6-4366-A15B-B1B570EB620F}" destId="{3FAE7C1B-1951-41A8-8153-42E80B48F7F1}" srcOrd="0" destOrd="0" presId="urn:microsoft.com/office/officeart/2005/8/layout/vList2"/>
    <dgm:cxn modelId="{D187E61D-8868-4A73-BE93-49449A19863A}" type="presParOf" srcId="{700FBFC8-35B6-4366-A15B-B1B570EB620F}" destId="{678DF0C7-9089-43C7-93EF-193EC2CAAFFE}" srcOrd="1" destOrd="0" presId="urn:microsoft.com/office/officeart/2005/8/layout/vList2"/>
    <dgm:cxn modelId="{00F03C0B-8C49-43FC-BC1E-6414D1A57B87}" type="presParOf" srcId="{700FBFC8-35B6-4366-A15B-B1B570EB620F}" destId="{6892EF4C-118D-4A61-A8CB-87DBA11E9E70}" srcOrd="2" destOrd="0" presId="urn:microsoft.com/office/officeart/2005/8/layout/vList2"/>
    <dgm:cxn modelId="{B95FC6F3-4CB9-4AD9-8047-D2AC6DE43A75}" type="presParOf" srcId="{700FBFC8-35B6-4366-A15B-B1B570EB620F}" destId="{3FA9FB50-3FEB-4C06-A786-AAF6235ECBEA}" srcOrd="3" destOrd="0" presId="urn:microsoft.com/office/officeart/2005/8/layout/vList2"/>
    <dgm:cxn modelId="{D0F8F5B9-C6A3-4D8B-A5D5-F57A0F4499DE}" type="presParOf" srcId="{700FBFC8-35B6-4366-A15B-B1B570EB620F}" destId="{A965F2EA-8C6B-4A7B-A05A-B3740ACC69B0}" srcOrd="4" destOrd="0" presId="urn:microsoft.com/office/officeart/2005/8/layout/vList2"/>
    <dgm:cxn modelId="{1C8A03C1-C109-47DF-B9E3-731B18CA4305}" type="presParOf" srcId="{700FBFC8-35B6-4366-A15B-B1B570EB620F}" destId="{F9789957-A295-4C00-A316-45A715CCC1B5}" srcOrd="5" destOrd="0" presId="urn:microsoft.com/office/officeart/2005/8/layout/vList2"/>
    <dgm:cxn modelId="{279F25C1-B06A-4280-8CE2-C5BFFC27277E}" type="presParOf" srcId="{700FBFC8-35B6-4366-A15B-B1B570EB620F}" destId="{E31FA305-FC82-4F8B-AD0D-4F3B7FB0CC7C}" srcOrd="6" destOrd="0" presId="urn:microsoft.com/office/officeart/2005/8/layout/vList2"/>
    <dgm:cxn modelId="{501576A3-FBC3-4B73-93D5-0B45081FCAD3}" type="presParOf" srcId="{700FBFC8-35B6-4366-A15B-B1B570EB620F}" destId="{B0E14E10-F285-421C-A997-3CEEE8099CB4}" srcOrd="7" destOrd="0" presId="urn:microsoft.com/office/officeart/2005/8/layout/vList2"/>
    <dgm:cxn modelId="{2F571106-0340-49E2-BF01-D45646610377}" type="presParOf" srcId="{700FBFC8-35B6-4366-A15B-B1B570EB620F}" destId="{AAF53465-1997-4C20-A80D-64E92D25C6C1}" srcOrd="8" destOrd="0" presId="urn:microsoft.com/office/officeart/2005/8/layout/vList2"/>
    <dgm:cxn modelId="{2883BCAA-0378-43F6-BB4F-096CED438F6D}" type="presParOf" srcId="{700FBFC8-35B6-4366-A15B-B1B570EB620F}" destId="{3ECD576C-257A-4A5C-ADF9-66693A094F82}" srcOrd="9" destOrd="0" presId="urn:microsoft.com/office/officeart/2005/8/layout/vList2"/>
    <dgm:cxn modelId="{2F98D9D6-4993-487E-8AEF-A9151B7F94D1}" type="presParOf" srcId="{700FBFC8-35B6-4366-A15B-B1B570EB620F}" destId="{7FDF3B1B-1D8D-41F6-BC68-2145147E3FA0}" srcOrd="10" destOrd="0" presId="urn:microsoft.com/office/officeart/2005/8/layout/vList2"/>
    <dgm:cxn modelId="{960B1CCE-98DD-4A8C-B5DB-D9B1280E8EBB}" type="presParOf" srcId="{700FBFC8-35B6-4366-A15B-B1B570EB620F}" destId="{A707760E-F2CC-41AD-B8AD-7594F8BA25F2}" srcOrd="11" destOrd="0" presId="urn:microsoft.com/office/officeart/2005/8/layout/vList2"/>
    <dgm:cxn modelId="{616DA73E-FF99-44CE-9DFB-87DE15E762D6}" type="presParOf" srcId="{700FBFC8-35B6-4366-A15B-B1B570EB620F}" destId="{63184D48-EB34-43E3-9660-0CDB77B4A14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CFAEFE5-F45D-4829-86AE-19E2F10D1C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D21A3C-6B41-4317-958B-4F3240FFDA54}">
      <dgm:prSet custT="1"/>
      <dgm:spPr/>
      <dgm:t>
        <a:bodyPr/>
        <a:lstStyle/>
        <a:p>
          <a:pPr rtl="0"/>
          <a:r>
            <a:rPr lang="en-US" sz="2400" dirty="0"/>
            <a:t>Uses a </a:t>
          </a:r>
          <a:r>
            <a:rPr lang="en-US" sz="2400" b="1" i="1" u="sng" dirty="0">
              <a:solidFill>
                <a:srgbClr val="FF0000"/>
              </a:solidFill>
            </a:rPr>
            <a:t>Key Pair </a:t>
          </a:r>
          <a:r>
            <a:rPr lang="en-US" sz="2400" dirty="0"/>
            <a:t>consisting of a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Public Key </a:t>
          </a:r>
          <a:r>
            <a:rPr lang="en-US" sz="2400" dirty="0"/>
            <a:t>and a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Private Key</a:t>
          </a:r>
        </a:p>
      </dgm:t>
    </dgm:pt>
    <dgm:pt modelId="{F4562F4A-72CE-44E3-9B0C-A1BEB05D0891}" type="parTrans" cxnId="{680EB953-0FFA-468F-8596-B2A94D598F20}">
      <dgm:prSet/>
      <dgm:spPr/>
      <dgm:t>
        <a:bodyPr/>
        <a:lstStyle/>
        <a:p>
          <a:endParaRPr lang="en-US" sz="2400"/>
        </a:p>
      </dgm:t>
    </dgm:pt>
    <dgm:pt modelId="{C4D3ADEC-5694-4552-A084-18EDE959E26E}" type="sibTrans" cxnId="{680EB953-0FFA-468F-8596-B2A94D598F20}">
      <dgm:prSet/>
      <dgm:spPr/>
      <dgm:t>
        <a:bodyPr/>
        <a:lstStyle/>
        <a:p>
          <a:endParaRPr lang="en-US" sz="2400"/>
        </a:p>
      </dgm:t>
    </dgm:pt>
    <dgm:pt modelId="{EA3BC20C-17FA-4A27-A847-6F670F9B6126}">
      <dgm:prSet custT="1"/>
      <dgm:spPr/>
      <dgm:t>
        <a:bodyPr/>
        <a:lstStyle/>
        <a:p>
          <a:pPr rtl="0"/>
          <a:r>
            <a:rPr lang="en-US" sz="2400" dirty="0"/>
            <a:t>Adds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Non-Repudiation</a:t>
          </a:r>
        </a:p>
      </dgm:t>
    </dgm:pt>
    <dgm:pt modelId="{17B7C8AF-7053-4CB5-80C0-DDAF39178327}" type="parTrans" cxnId="{24152D7B-512E-46DA-BA25-33AD98139FFE}">
      <dgm:prSet/>
      <dgm:spPr/>
      <dgm:t>
        <a:bodyPr/>
        <a:lstStyle/>
        <a:p>
          <a:endParaRPr lang="en-US" sz="2400"/>
        </a:p>
      </dgm:t>
    </dgm:pt>
    <dgm:pt modelId="{7BD3A3D4-137F-41AE-BF76-DE453E272E32}" type="sibTrans" cxnId="{24152D7B-512E-46DA-BA25-33AD98139FFE}">
      <dgm:prSet/>
      <dgm:spPr/>
      <dgm:t>
        <a:bodyPr/>
        <a:lstStyle/>
        <a:p>
          <a:endParaRPr lang="en-US" sz="2400"/>
        </a:p>
      </dgm:t>
    </dgm:pt>
    <dgm:pt modelId="{085A9E69-FA64-497C-B21E-535CBCFF8F6C}">
      <dgm:prSet custT="1"/>
      <dgm:spPr/>
      <dgm:t>
        <a:bodyPr/>
        <a:lstStyle/>
        <a:p>
          <a:pPr rtl="0"/>
          <a:r>
            <a:rPr lang="en-US" sz="2400" dirty="0"/>
            <a:t>Can enforce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Authentication</a:t>
          </a:r>
        </a:p>
      </dgm:t>
    </dgm:pt>
    <dgm:pt modelId="{1C4036F4-C766-459A-BD73-FBE6216BDA02}" type="parTrans" cxnId="{C3AAFC68-2D56-4E72-AED8-B789036C9B08}">
      <dgm:prSet/>
      <dgm:spPr/>
      <dgm:t>
        <a:bodyPr/>
        <a:lstStyle/>
        <a:p>
          <a:endParaRPr lang="en-US" sz="2400"/>
        </a:p>
      </dgm:t>
    </dgm:pt>
    <dgm:pt modelId="{0965BE23-C522-4B93-B0D7-DE7C9E0EB037}" type="sibTrans" cxnId="{C3AAFC68-2D56-4E72-AED8-B789036C9B08}">
      <dgm:prSet/>
      <dgm:spPr/>
      <dgm:t>
        <a:bodyPr/>
        <a:lstStyle/>
        <a:p>
          <a:endParaRPr lang="en-US" sz="2400"/>
        </a:p>
      </dgm:t>
    </dgm:pt>
    <dgm:pt modelId="{E8525D9A-BA08-4142-BE13-4BF07D9F63C9}">
      <dgm:prSet custT="1"/>
      <dgm:spPr/>
      <dgm:t>
        <a:bodyPr/>
        <a:lstStyle/>
        <a:p>
          <a:pPr rtl="0"/>
          <a:r>
            <a:rPr lang="en-US" sz="2400" dirty="0"/>
            <a:t>Solves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 Management </a:t>
          </a:r>
          <a:r>
            <a:rPr lang="en-US" sz="2400" dirty="0"/>
            <a:t>, Including </a:t>
          </a:r>
          <a:r>
            <a:rPr lang="en-US" sz="2400" b="1" i="1" u="sng" dirty="0">
              <a:solidFill>
                <a:srgbClr val="FF0000"/>
              </a:solidFill>
            </a:rPr>
            <a:t>Secure Key Exchange</a:t>
          </a:r>
        </a:p>
      </dgm:t>
    </dgm:pt>
    <dgm:pt modelId="{CB8DCC39-F8D1-452E-B44C-DE48392DBDF1}" type="parTrans" cxnId="{3101D5D0-8263-4E56-ABC3-C1BA0420A746}">
      <dgm:prSet/>
      <dgm:spPr/>
      <dgm:t>
        <a:bodyPr/>
        <a:lstStyle/>
        <a:p>
          <a:endParaRPr lang="en-US" sz="2400"/>
        </a:p>
      </dgm:t>
    </dgm:pt>
    <dgm:pt modelId="{E3333B9F-1D18-431B-AEC4-97E4797DFBAF}" type="sibTrans" cxnId="{3101D5D0-8263-4E56-ABC3-C1BA0420A746}">
      <dgm:prSet/>
      <dgm:spPr/>
      <dgm:t>
        <a:bodyPr/>
        <a:lstStyle/>
        <a:p>
          <a:endParaRPr lang="en-US" sz="2400"/>
        </a:p>
      </dgm:t>
    </dgm:pt>
    <dgm:pt modelId="{688876F6-EAEF-470E-97D7-320532070C15}">
      <dgm:prSet custT="1"/>
      <dgm:spPr/>
      <dgm:t>
        <a:bodyPr/>
        <a:lstStyle/>
        <a:p>
          <a:pPr rtl="0"/>
          <a:r>
            <a:rPr lang="en-US" sz="2400" dirty="0"/>
            <a:t>Is </a:t>
          </a:r>
          <a:r>
            <a:rPr lang="en-US" sz="2400" b="1" i="1" u="sng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Slower</a:t>
          </a:r>
          <a:r>
            <a:rPr lang="en-US" sz="2400" dirty="0"/>
            <a:t> compared to symmetric systems</a:t>
          </a:r>
        </a:p>
      </dgm:t>
    </dgm:pt>
    <dgm:pt modelId="{900850CA-CAEC-4A28-BCFD-F72F35DB88B5}" type="parTrans" cxnId="{0C5FFC0B-DB7B-42EA-A4C8-F5CE6F40E323}">
      <dgm:prSet/>
      <dgm:spPr/>
      <dgm:t>
        <a:bodyPr/>
        <a:lstStyle/>
        <a:p>
          <a:endParaRPr lang="en-US" sz="2400"/>
        </a:p>
      </dgm:t>
    </dgm:pt>
    <dgm:pt modelId="{DE38AA49-1768-4B62-8FCF-230CA0029C73}" type="sibTrans" cxnId="{0C5FFC0B-DB7B-42EA-A4C8-F5CE6F40E323}">
      <dgm:prSet/>
      <dgm:spPr/>
      <dgm:t>
        <a:bodyPr/>
        <a:lstStyle/>
        <a:p>
          <a:endParaRPr lang="en-US" sz="2400"/>
        </a:p>
      </dgm:t>
    </dgm:pt>
    <dgm:pt modelId="{4B8657B1-AFAC-4582-A30C-4AE9160928EB}" type="pres">
      <dgm:prSet presAssocID="{2CFAEFE5-F45D-4829-86AE-19E2F10D1C52}" presName="linear" presStyleCnt="0">
        <dgm:presLayoutVars>
          <dgm:animLvl val="lvl"/>
          <dgm:resizeHandles val="exact"/>
        </dgm:presLayoutVars>
      </dgm:prSet>
      <dgm:spPr/>
    </dgm:pt>
    <dgm:pt modelId="{DCD77C2D-C88F-40EB-98FD-0CCE6F9BD6BC}" type="pres">
      <dgm:prSet presAssocID="{83D21A3C-6B41-4317-958B-4F3240FFDA5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797BF18-F7C1-4493-B895-39F1CA688217}" type="pres">
      <dgm:prSet presAssocID="{C4D3ADEC-5694-4552-A084-18EDE959E26E}" presName="spacer" presStyleCnt="0"/>
      <dgm:spPr/>
    </dgm:pt>
    <dgm:pt modelId="{036C6607-8CB9-41CC-BBF6-FB574FD2F52A}" type="pres">
      <dgm:prSet presAssocID="{EA3BC20C-17FA-4A27-A847-6F670F9B612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0E7E2BC-80F5-4646-96B8-FB0B5EEDA459}" type="pres">
      <dgm:prSet presAssocID="{7BD3A3D4-137F-41AE-BF76-DE453E272E32}" presName="spacer" presStyleCnt="0"/>
      <dgm:spPr/>
    </dgm:pt>
    <dgm:pt modelId="{2D943081-04B1-493D-89D8-51D7652EC0BA}" type="pres">
      <dgm:prSet presAssocID="{085A9E69-FA64-497C-B21E-535CBCFF8F6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6E3B9AD-6FE4-4CCC-B61A-F2DA490505B1}" type="pres">
      <dgm:prSet presAssocID="{0965BE23-C522-4B93-B0D7-DE7C9E0EB037}" presName="spacer" presStyleCnt="0"/>
      <dgm:spPr/>
    </dgm:pt>
    <dgm:pt modelId="{BF0A7FAF-D2FD-402D-A570-8A6EDADC3E10}" type="pres">
      <dgm:prSet presAssocID="{E8525D9A-BA08-4142-BE13-4BF07D9F63C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8818E1B-0A5A-47FB-B9D7-E4D59F56BE16}" type="pres">
      <dgm:prSet presAssocID="{E3333B9F-1D18-431B-AEC4-97E4797DFBAF}" presName="spacer" presStyleCnt="0"/>
      <dgm:spPr/>
    </dgm:pt>
    <dgm:pt modelId="{135E033B-A641-4072-A395-9A877F06E39E}" type="pres">
      <dgm:prSet presAssocID="{688876F6-EAEF-470E-97D7-320532070C1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C5FFC0B-DB7B-42EA-A4C8-F5CE6F40E323}" srcId="{2CFAEFE5-F45D-4829-86AE-19E2F10D1C52}" destId="{688876F6-EAEF-470E-97D7-320532070C15}" srcOrd="4" destOrd="0" parTransId="{900850CA-CAEC-4A28-BCFD-F72F35DB88B5}" sibTransId="{DE38AA49-1768-4B62-8FCF-230CA0029C73}"/>
    <dgm:cxn modelId="{3A974F30-91ED-4D1B-B7E5-33ACED64C853}" type="presOf" srcId="{EA3BC20C-17FA-4A27-A847-6F670F9B6126}" destId="{036C6607-8CB9-41CC-BBF6-FB574FD2F52A}" srcOrd="0" destOrd="0" presId="urn:microsoft.com/office/officeart/2005/8/layout/vList2"/>
    <dgm:cxn modelId="{C3AAFC68-2D56-4E72-AED8-B789036C9B08}" srcId="{2CFAEFE5-F45D-4829-86AE-19E2F10D1C52}" destId="{085A9E69-FA64-497C-B21E-535CBCFF8F6C}" srcOrd="2" destOrd="0" parTransId="{1C4036F4-C766-459A-BD73-FBE6216BDA02}" sibTransId="{0965BE23-C522-4B93-B0D7-DE7C9E0EB037}"/>
    <dgm:cxn modelId="{680EB953-0FFA-468F-8596-B2A94D598F20}" srcId="{2CFAEFE5-F45D-4829-86AE-19E2F10D1C52}" destId="{83D21A3C-6B41-4317-958B-4F3240FFDA54}" srcOrd="0" destOrd="0" parTransId="{F4562F4A-72CE-44E3-9B0C-A1BEB05D0891}" sibTransId="{C4D3ADEC-5694-4552-A084-18EDE959E26E}"/>
    <dgm:cxn modelId="{24152D7B-512E-46DA-BA25-33AD98139FFE}" srcId="{2CFAEFE5-F45D-4829-86AE-19E2F10D1C52}" destId="{EA3BC20C-17FA-4A27-A847-6F670F9B6126}" srcOrd="1" destOrd="0" parTransId="{17B7C8AF-7053-4CB5-80C0-DDAF39178327}" sibTransId="{7BD3A3D4-137F-41AE-BF76-DE453E272E32}"/>
    <dgm:cxn modelId="{D0650F9C-FD1F-4621-AF13-3609E328264A}" type="presOf" srcId="{688876F6-EAEF-470E-97D7-320532070C15}" destId="{135E033B-A641-4072-A395-9A877F06E39E}" srcOrd="0" destOrd="0" presId="urn:microsoft.com/office/officeart/2005/8/layout/vList2"/>
    <dgm:cxn modelId="{DAD48EB2-24FA-4217-AC2A-9EFBCA2B671E}" type="presOf" srcId="{83D21A3C-6B41-4317-958B-4F3240FFDA54}" destId="{DCD77C2D-C88F-40EB-98FD-0CCE6F9BD6BC}" srcOrd="0" destOrd="0" presId="urn:microsoft.com/office/officeart/2005/8/layout/vList2"/>
    <dgm:cxn modelId="{662EFCCC-513F-4EC3-9DFE-D90B78B47317}" type="presOf" srcId="{2CFAEFE5-F45D-4829-86AE-19E2F10D1C52}" destId="{4B8657B1-AFAC-4582-A30C-4AE9160928EB}" srcOrd="0" destOrd="0" presId="urn:microsoft.com/office/officeart/2005/8/layout/vList2"/>
    <dgm:cxn modelId="{3101D5D0-8263-4E56-ABC3-C1BA0420A746}" srcId="{2CFAEFE5-F45D-4829-86AE-19E2F10D1C52}" destId="{E8525D9A-BA08-4142-BE13-4BF07D9F63C9}" srcOrd="3" destOrd="0" parTransId="{CB8DCC39-F8D1-452E-B44C-DE48392DBDF1}" sibTransId="{E3333B9F-1D18-431B-AEC4-97E4797DFBAF}"/>
    <dgm:cxn modelId="{4B9870DB-4F70-4250-95C3-E12724DE0C13}" type="presOf" srcId="{085A9E69-FA64-497C-B21E-535CBCFF8F6C}" destId="{2D943081-04B1-493D-89D8-51D7652EC0BA}" srcOrd="0" destOrd="0" presId="urn:microsoft.com/office/officeart/2005/8/layout/vList2"/>
    <dgm:cxn modelId="{C6309AEB-ABBB-47F6-A7FC-57FDAA912466}" type="presOf" srcId="{E8525D9A-BA08-4142-BE13-4BF07D9F63C9}" destId="{BF0A7FAF-D2FD-402D-A570-8A6EDADC3E10}" srcOrd="0" destOrd="0" presId="urn:microsoft.com/office/officeart/2005/8/layout/vList2"/>
    <dgm:cxn modelId="{41B4924C-E7FB-4AD0-862C-9E79AB52C05E}" type="presParOf" srcId="{4B8657B1-AFAC-4582-A30C-4AE9160928EB}" destId="{DCD77C2D-C88F-40EB-98FD-0CCE6F9BD6BC}" srcOrd="0" destOrd="0" presId="urn:microsoft.com/office/officeart/2005/8/layout/vList2"/>
    <dgm:cxn modelId="{08116FFB-C813-439A-952E-9593E166E0DA}" type="presParOf" srcId="{4B8657B1-AFAC-4582-A30C-4AE9160928EB}" destId="{3797BF18-F7C1-4493-B895-39F1CA688217}" srcOrd="1" destOrd="0" presId="urn:microsoft.com/office/officeart/2005/8/layout/vList2"/>
    <dgm:cxn modelId="{28D792F6-9648-4D9A-B9F3-4F1319C685F4}" type="presParOf" srcId="{4B8657B1-AFAC-4582-A30C-4AE9160928EB}" destId="{036C6607-8CB9-41CC-BBF6-FB574FD2F52A}" srcOrd="2" destOrd="0" presId="urn:microsoft.com/office/officeart/2005/8/layout/vList2"/>
    <dgm:cxn modelId="{CB472ECD-F0A5-466D-8832-D6ECCC3DDF4B}" type="presParOf" srcId="{4B8657B1-AFAC-4582-A30C-4AE9160928EB}" destId="{40E7E2BC-80F5-4646-96B8-FB0B5EEDA459}" srcOrd="3" destOrd="0" presId="urn:microsoft.com/office/officeart/2005/8/layout/vList2"/>
    <dgm:cxn modelId="{17701291-98A6-4C6A-9F9E-2EA88AF561C8}" type="presParOf" srcId="{4B8657B1-AFAC-4582-A30C-4AE9160928EB}" destId="{2D943081-04B1-493D-89D8-51D7652EC0BA}" srcOrd="4" destOrd="0" presId="urn:microsoft.com/office/officeart/2005/8/layout/vList2"/>
    <dgm:cxn modelId="{1F64C6EA-8BA7-418F-9DA3-3DFAB033C4C1}" type="presParOf" srcId="{4B8657B1-AFAC-4582-A30C-4AE9160928EB}" destId="{46E3B9AD-6FE4-4CCC-B61A-F2DA490505B1}" srcOrd="5" destOrd="0" presId="urn:microsoft.com/office/officeart/2005/8/layout/vList2"/>
    <dgm:cxn modelId="{04C28223-EE13-4D77-8B9E-22B5D43ADAB7}" type="presParOf" srcId="{4B8657B1-AFAC-4582-A30C-4AE9160928EB}" destId="{BF0A7FAF-D2FD-402D-A570-8A6EDADC3E10}" srcOrd="6" destOrd="0" presId="urn:microsoft.com/office/officeart/2005/8/layout/vList2"/>
    <dgm:cxn modelId="{5E8AF991-A291-442D-9164-15DF3407934D}" type="presParOf" srcId="{4B8657B1-AFAC-4582-A30C-4AE9160928EB}" destId="{08818E1B-0A5A-47FB-B9D7-E4D59F56BE16}" srcOrd="7" destOrd="0" presId="urn:microsoft.com/office/officeart/2005/8/layout/vList2"/>
    <dgm:cxn modelId="{CA2F72C9-E7F9-4100-80CE-B13E430F2F99}" type="presParOf" srcId="{4B8657B1-AFAC-4582-A30C-4AE9160928EB}" destId="{135E033B-A641-4072-A395-9A877F06E39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4550DA7-E4DC-41B4-8014-80B07CE611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718490-E94E-43B5-9D15-10F43A1CD86B}">
      <dgm:prSet custT="1"/>
      <dgm:spPr/>
      <dgm:t>
        <a:bodyPr/>
        <a:lstStyle/>
        <a:p>
          <a:pPr rtl="0"/>
          <a:r>
            <a:rPr lang="en-US" sz="2400" dirty="0"/>
            <a:t>A 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rPr>
            <a:t>Hash</a:t>
          </a:r>
          <a:r>
            <a:rPr lang="en-US" sz="2400" dirty="0"/>
            <a:t> is a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One-Way Function</a:t>
          </a:r>
        </a:p>
      </dgm:t>
    </dgm:pt>
    <dgm:pt modelId="{9A896B6C-84C7-46FF-906B-71E8C60D1849}" type="parTrans" cxnId="{E7D5CC37-26C9-46C0-97FB-F2A7BD2B8CF8}">
      <dgm:prSet/>
      <dgm:spPr/>
      <dgm:t>
        <a:bodyPr/>
        <a:lstStyle/>
        <a:p>
          <a:endParaRPr lang="en-US" sz="2400"/>
        </a:p>
      </dgm:t>
    </dgm:pt>
    <dgm:pt modelId="{04F6ACF4-63E6-45CB-B58F-B247F98FCC88}" type="sibTrans" cxnId="{E7D5CC37-26C9-46C0-97FB-F2A7BD2B8CF8}">
      <dgm:prSet/>
      <dgm:spPr/>
      <dgm:t>
        <a:bodyPr/>
        <a:lstStyle/>
        <a:p>
          <a:endParaRPr lang="en-US" sz="2400"/>
        </a:p>
      </dgm:t>
    </dgm:pt>
    <dgm:pt modelId="{8CC63275-E0E4-4D16-9DDE-DC8804592CC4}">
      <dgm:prSet custT="1"/>
      <dgm:spPr/>
      <dgm:t>
        <a:bodyPr/>
        <a:lstStyle/>
        <a:p>
          <a:pPr rtl="0"/>
          <a:r>
            <a:rPr lang="en-US" sz="2400" dirty="0"/>
            <a:t>Can be computed in 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One Direction</a:t>
          </a:r>
          <a:r>
            <a:rPr lang="en-US" sz="2400" b="1" i="1" u="none" dirty="0">
              <a:solidFill>
                <a:schemeClr val="tx1"/>
              </a:solidFill>
              <a:effectLst/>
            </a:rPr>
            <a:t>  </a:t>
          </a:r>
          <a:r>
            <a:rPr lang="en-US" sz="2400" dirty="0"/>
            <a:t>but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Not The Other</a:t>
          </a:r>
        </a:p>
      </dgm:t>
    </dgm:pt>
    <dgm:pt modelId="{12239FF2-EBAD-47D4-BD80-F8FECC235B72}" type="parTrans" cxnId="{2A9B1B1B-1D8E-4F88-9D03-262997917006}">
      <dgm:prSet/>
      <dgm:spPr/>
      <dgm:t>
        <a:bodyPr/>
        <a:lstStyle/>
        <a:p>
          <a:endParaRPr lang="en-US" sz="2400"/>
        </a:p>
      </dgm:t>
    </dgm:pt>
    <dgm:pt modelId="{65AC6BA1-BC43-457A-8B28-F0B4675CA985}" type="sibTrans" cxnId="{2A9B1B1B-1D8E-4F88-9D03-262997917006}">
      <dgm:prSet/>
      <dgm:spPr/>
      <dgm:t>
        <a:bodyPr/>
        <a:lstStyle/>
        <a:p>
          <a:endParaRPr lang="en-US" sz="2400"/>
        </a:p>
      </dgm:t>
    </dgm:pt>
    <dgm:pt modelId="{FE2A2012-209F-4CC4-9662-7A6FFA122EFB}">
      <dgm:prSet custT="1"/>
      <dgm:spPr/>
      <dgm:t>
        <a:bodyPr/>
        <a:lstStyle/>
        <a:p>
          <a:pPr rtl="0"/>
          <a:r>
            <a:rPr lang="en-US" sz="2400" dirty="0"/>
            <a:t>Is a 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Fixed Length</a:t>
          </a:r>
        </a:p>
      </dgm:t>
    </dgm:pt>
    <dgm:pt modelId="{5260BB7C-54AE-4E8E-97EA-A087A1EEDC5E}" type="parTrans" cxnId="{C4E3B2E9-2171-49FC-A9B7-461A28B1F3E5}">
      <dgm:prSet/>
      <dgm:spPr/>
      <dgm:t>
        <a:bodyPr/>
        <a:lstStyle/>
        <a:p>
          <a:endParaRPr lang="en-US" sz="2400"/>
        </a:p>
      </dgm:t>
    </dgm:pt>
    <dgm:pt modelId="{DDB71FF8-49D7-4CD9-8641-8962CE40752F}" type="sibTrans" cxnId="{C4E3B2E9-2171-49FC-A9B7-461A28B1F3E5}">
      <dgm:prSet/>
      <dgm:spPr/>
      <dgm:t>
        <a:bodyPr/>
        <a:lstStyle/>
        <a:p>
          <a:endParaRPr lang="en-US" sz="2400"/>
        </a:p>
      </dgm:t>
    </dgm:pt>
    <dgm:pt modelId="{03D5886A-6CAD-47A8-A5FB-38B3070C7A69}">
      <dgm:prSet custT="1"/>
      <dgm:spPr/>
      <dgm:t>
        <a:bodyPr/>
        <a:lstStyle/>
        <a:p>
          <a:pPr rtl="0"/>
          <a:r>
            <a:rPr lang="en-US" sz="2400" dirty="0"/>
            <a:t>Creates a 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Unique Output For Every Input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0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(“fingerprint”)</a:t>
          </a:r>
          <a:endParaRPr lang="en-US" sz="2400" b="1" i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B71853-1085-408B-A05A-87AD334002BA}" type="parTrans" cxnId="{8C5543FE-1AC5-4C64-83D8-B41BBA2DB2DB}">
      <dgm:prSet/>
      <dgm:spPr/>
      <dgm:t>
        <a:bodyPr/>
        <a:lstStyle/>
        <a:p>
          <a:endParaRPr lang="en-US" sz="2400"/>
        </a:p>
      </dgm:t>
    </dgm:pt>
    <dgm:pt modelId="{0E893C2F-9DD8-4D27-ACBE-D9EF9ACF87BA}" type="sibTrans" cxnId="{8C5543FE-1AC5-4C64-83D8-B41BBA2DB2DB}">
      <dgm:prSet/>
      <dgm:spPr/>
      <dgm:t>
        <a:bodyPr/>
        <a:lstStyle/>
        <a:p>
          <a:endParaRPr lang="en-US" sz="2400"/>
        </a:p>
      </dgm:t>
    </dgm:pt>
    <dgm:pt modelId="{B183E7F1-4BDF-47D3-BD8B-7FE9D4688B1C}" type="pres">
      <dgm:prSet presAssocID="{14550DA7-E4DC-41B4-8014-80B07CE61153}" presName="linear" presStyleCnt="0">
        <dgm:presLayoutVars>
          <dgm:animLvl val="lvl"/>
          <dgm:resizeHandles val="exact"/>
        </dgm:presLayoutVars>
      </dgm:prSet>
      <dgm:spPr/>
    </dgm:pt>
    <dgm:pt modelId="{ED9CC971-D836-4BCC-A92D-30A9FDCEFEBE}" type="pres">
      <dgm:prSet presAssocID="{60718490-E94E-43B5-9D15-10F43A1CD86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C06412-95E6-40DA-978A-4767CBD79118}" type="pres">
      <dgm:prSet presAssocID="{04F6ACF4-63E6-45CB-B58F-B247F98FCC88}" presName="spacer" presStyleCnt="0"/>
      <dgm:spPr/>
    </dgm:pt>
    <dgm:pt modelId="{920CC060-D437-4493-92C4-A720C82ED3DF}" type="pres">
      <dgm:prSet presAssocID="{8CC63275-E0E4-4D16-9DDE-DC8804592C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293DC8-4651-4475-B8B7-55292A3F3FE3}" type="pres">
      <dgm:prSet presAssocID="{65AC6BA1-BC43-457A-8B28-F0B4675CA985}" presName="spacer" presStyleCnt="0"/>
      <dgm:spPr/>
    </dgm:pt>
    <dgm:pt modelId="{73DD46FB-E779-4038-9520-FBD06110E93D}" type="pres">
      <dgm:prSet presAssocID="{FE2A2012-209F-4CC4-9662-7A6FFA122EF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0EBF8C-E9CD-4465-A035-CD40D5519F5D}" type="pres">
      <dgm:prSet presAssocID="{DDB71FF8-49D7-4CD9-8641-8962CE40752F}" presName="spacer" presStyleCnt="0"/>
      <dgm:spPr/>
    </dgm:pt>
    <dgm:pt modelId="{4FD508AB-C140-43A9-9EDC-C127F014B6CE}" type="pres">
      <dgm:prSet presAssocID="{03D5886A-6CAD-47A8-A5FB-38B3070C7A6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593B70D-F9A6-4EE3-A396-D155B40B05A4}" type="presOf" srcId="{03D5886A-6CAD-47A8-A5FB-38B3070C7A69}" destId="{4FD508AB-C140-43A9-9EDC-C127F014B6CE}" srcOrd="0" destOrd="0" presId="urn:microsoft.com/office/officeart/2005/8/layout/vList2"/>
    <dgm:cxn modelId="{8F601B0E-0745-4EC7-8EDE-C40209BCA5AE}" type="presOf" srcId="{8CC63275-E0E4-4D16-9DDE-DC8804592CC4}" destId="{920CC060-D437-4493-92C4-A720C82ED3DF}" srcOrd="0" destOrd="0" presId="urn:microsoft.com/office/officeart/2005/8/layout/vList2"/>
    <dgm:cxn modelId="{2A9B1B1B-1D8E-4F88-9D03-262997917006}" srcId="{14550DA7-E4DC-41B4-8014-80B07CE61153}" destId="{8CC63275-E0E4-4D16-9DDE-DC8804592CC4}" srcOrd="1" destOrd="0" parTransId="{12239FF2-EBAD-47D4-BD80-F8FECC235B72}" sibTransId="{65AC6BA1-BC43-457A-8B28-F0B4675CA985}"/>
    <dgm:cxn modelId="{E7D5CC37-26C9-46C0-97FB-F2A7BD2B8CF8}" srcId="{14550DA7-E4DC-41B4-8014-80B07CE61153}" destId="{60718490-E94E-43B5-9D15-10F43A1CD86B}" srcOrd="0" destOrd="0" parTransId="{9A896B6C-84C7-46FF-906B-71E8C60D1849}" sibTransId="{04F6ACF4-63E6-45CB-B58F-B247F98FCC88}"/>
    <dgm:cxn modelId="{79BB0B3B-F3DC-425F-AF72-1511002A4D40}" type="presOf" srcId="{60718490-E94E-43B5-9D15-10F43A1CD86B}" destId="{ED9CC971-D836-4BCC-A92D-30A9FDCEFEBE}" srcOrd="0" destOrd="0" presId="urn:microsoft.com/office/officeart/2005/8/layout/vList2"/>
    <dgm:cxn modelId="{4BF9524B-FDEF-4CC2-95EB-A0FB764E8434}" type="presOf" srcId="{14550DA7-E4DC-41B4-8014-80B07CE61153}" destId="{B183E7F1-4BDF-47D3-BD8B-7FE9D4688B1C}" srcOrd="0" destOrd="0" presId="urn:microsoft.com/office/officeart/2005/8/layout/vList2"/>
    <dgm:cxn modelId="{F8AC23A2-CD75-4FA4-BB9F-A85D1AFA4AB5}" type="presOf" srcId="{FE2A2012-209F-4CC4-9662-7A6FFA122EFB}" destId="{73DD46FB-E779-4038-9520-FBD06110E93D}" srcOrd="0" destOrd="0" presId="urn:microsoft.com/office/officeart/2005/8/layout/vList2"/>
    <dgm:cxn modelId="{C4E3B2E9-2171-49FC-A9B7-461A28B1F3E5}" srcId="{14550DA7-E4DC-41B4-8014-80B07CE61153}" destId="{FE2A2012-209F-4CC4-9662-7A6FFA122EFB}" srcOrd="2" destOrd="0" parTransId="{5260BB7C-54AE-4E8E-97EA-A087A1EEDC5E}" sibTransId="{DDB71FF8-49D7-4CD9-8641-8962CE40752F}"/>
    <dgm:cxn modelId="{8C5543FE-1AC5-4C64-83D8-B41BBA2DB2DB}" srcId="{14550DA7-E4DC-41B4-8014-80B07CE61153}" destId="{03D5886A-6CAD-47A8-A5FB-38B3070C7A69}" srcOrd="3" destOrd="0" parTransId="{FFB71853-1085-408B-A05A-87AD334002BA}" sibTransId="{0E893C2F-9DD8-4D27-ACBE-D9EF9ACF87BA}"/>
    <dgm:cxn modelId="{2B21FDA3-2EB5-4890-8348-C45038A66C15}" type="presParOf" srcId="{B183E7F1-4BDF-47D3-BD8B-7FE9D4688B1C}" destId="{ED9CC971-D836-4BCC-A92D-30A9FDCEFEBE}" srcOrd="0" destOrd="0" presId="urn:microsoft.com/office/officeart/2005/8/layout/vList2"/>
    <dgm:cxn modelId="{AAEDFAC8-86D0-494A-B0B7-890DE9427EF6}" type="presParOf" srcId="{B183E7F1-4BDF-47D3-BD8B-7FE9D4688B1C}" destId="{F6C06412-95E6-40DA-978A-4767CBD79118}" srcOrd="1" destOrd="0" presId="urn:microsoft.com/office/officeart/2005/8/layout/vList2"/>
    <dgm:cxn modelId="{B0336BE8-00B8-41EA-83E3-51439071A090}" type="presParOf" srcId="{B183E7F1-4BDF-47D3-BD8B-7FE9D4688B1C}" destId="{920CC060-D437-4493-92C4-A720C82ED3DF}" srcOrd="2" destOrd="0" presId="urn:microsoft.com/office/officeart/2005/8/layout/vList2"/>
    <dgm:cxn modelId="{AD1B81B8-3530-4AF9-9869-FD8F8A3C2AA2}" type="presParOf" srcId="{B183E7F1-4BDF-47D3-BD8B-7FE9D4688B1C}" destId="{D7293DC8-4651-4475-B8B7-55292A3F3FE3}" srcOrd="3" destOrd="0" presId="urn:microsoft.com/office/officeart/2005/8/layout/vList2"/>
    <dgm:cxn modelId="{411C666A-43DE-40AA-8B77-127A338D24F0}" type="presParOf" srcId="{B183E7F1-4BDF-47D3-BD8B-7FE9D4688B1C}" destId="{73DD46FB-E779-4038-9520-FBD06110E93D}" srcOrd="4" destOrd="0" presId="urn:microsoft.com/office/officeart/2005/8/layout/vList2"/>
    <dgm:cxn modelId="{C8E79951-38A5-48D8-835D-5E0020E14FDF}" type="presParOf" srcId="{B183E7F1-4BDF-47D3-BD8B-7FE9D4688B1C}" destId="{B20EBF8C-E9CD-4465-A035-CD40D5519F5D}" srcOrd="5" destOrd="0" presId="urn:microsoft.com/office/officeart/2005/8/layout/vList2"/>
    <dgm:cxn modelId="{6028A4F5-985C-4C96-B291-5E908956DDB4}" type="presParOf" srcId="{B183E7F1-4BDF-47D3-BD8B-7FE9D4688B1C}" destId="{4FD508AB-C140-43A9-9EDC-C127F014B6C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48AE010-62CA-45AA-8480-8E45F61DF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9304EC-713E-4ED1-A0D4-E3320668635C}">
      <dgm:prSet custT="1"/>
      <dgm:spPr/>
      <dgm:t>
        <a:bodyPr/>
        <a:lstStyle/>
        <a:p>
          <a:pPr rtl="0"/>
          <a:r>
            <a:rPr lang="en-US" sz="2400" dirty="0"/>
            <a:t>Message Digest 2 (MD2)</a:t>
          </a:r>
        </a:p>
      </dgm:t>
    </dgm:pt>
    <dgm:pt modelId="{D15122A7-2B62-40C8-995C-A2D06BE1DEC4}" type="parTrans" cxnId="{54BCA9BB-A6C0-44DE-B59A-D48A32107699}">
      <dgm:prSet/>
      <dgm:spPr/>
      <dgm:t>
        <a:bodyPr/>
        <a:lstStyle/>
        <a:p>
          <a:endParaRPr lang="en-US" sz="2400"/>
        </a:p>
      </dgm:t>
    </dgm:pt>
    <dgm:pt modelId="{56D9DC1E-B0E2-4BC7-A69F-046DF6D9AAF5}" type="sibTrans" cxnId="{54BCA9BB-A6C0-44DE-B59A-D48A32107699}">
      <dgm:prSet/>
      <dgm:spPr/>
      <dgm:t>
        <a:bodyPr/>
        <a:lstStyle/>
        <a:p>
          <a:endParaRPr lang="en-US" sz="2400"/>
        </a:p>
      </dgm:t>
    </dgm:pt>
    <dgm:pt modelId="{BB8F635F-87BC-4276-85EF-4E9F91EE813F}">
      <dgm:prSet custT="1"/>
      <dgm:spPr/>
      <dgm:t>
        <a:bodyPr/>
        <a:lstStyle/>
        <a:p>
          <a:pPr rtl="0"/>
          <a:r>
            <a:rPr lang="en-US" sz="2400" dirty="0"/>
            <a:t>Message Digest 4 (MD4)</a:t>
          </a:r>
        </a:p>
      </dgm:t>
    </dgm:pt>
    <dgm:pt modelId="{ED0160D4-EF39-4CD8-A12F-A9D456C25DF2}" type="parTrans" cxnId="{47A0A68A-188D-4815-B14A-4EDBBBD7E8DB}">
      <dgm:prSet/>
      <dgm:spPr/>
      <dgm:t>
        <a:bodyPr/>
        <a:lstStyle/>
        <a:p>
          <a:endParaRPr lang="en-US" sz="2400"/>
        </a:p>
      </dgm:t>
    </dgm:pt>
    <dgm:pt modelId="{226D5BB8-4AE9-4646-B643-D1A34E43AC08}" type="sibTrans" cxnId="{47A0A68A-188D-4815-B14A-4EDBBBD7E8DB}">
      <dgm:prSet/>
      <dgm:spPr/>
      <dgm:t>
        <a:bodyPr/>
        <a:lstStyle/>
        <a:p>
          <a:endParaRPr lang="en-US" sz="2400"/>
        </a:p>
      </dgm:t>
    </dgm:pt>
    <dgm:pt modelId="{6897922B-35C9-45D4-94DB-08FF69578AFD}">
      <dgm:prSet custT="1"/>
      <dgm:spPr/>
      <dgm:t>
        <a:bodyPr/>
        <a:lstStyle/>
        <a:p>
          <a:pPr rtl="0"/>
          <a:r>
            <a:rPr lang="en-US" sz="2400" dirty="0"/>
            <a:t>Message Digest 5 (MD5)</a:t>
          </a:r>
        </a:p>
      </dgm:t>
    </dgm:pt>
    <dgm:pt modelId="{29F94736-7F4B-4D98-AF96-3EE6C69903CB}" type="parTrans" cxnId="{AA7C5C4F-7EBF-4029-B5C2-BA6A5E361C9A}">
      <dgm:prSet/>
      <dgm:spPr/>
      <dgm:t>
        <a:bodyPr/>
        <a:lstStyle/>
        <a:p>
          <a:endParaRPr lang="en-US" sz="2400"/>
        </a:p>
      </dgm:t>
    </dgm:pt>
    <dgm:pt modelId="{BB09909B-100B-4788-839F-CF9D00D85A18}" type="sibTrans" cxnId="{AA7C5C4F-7EBF-4029-B5C2-BA6A5E361C9A}">
      <dgm:prSet/>
      <dgm:spPr/>
      <dgm:t>
        <a:bodyPr/>
        <a:lstStyle/>
        <a:p>
          <a:endParaRPr lang="en-US" sz="2400"/>
        </a:p>
      </dgm:t>
    </dgm:pt>
    <dgm:pt modelId="{5D91A725-2F43-4D1A-AAA1-7CED6D6803B2}">
      <dgm:prSet custT="1"/>
      <dgm:spPr/>
      <dgm:t>
        <a:bodyPr/>
        <a:lstStyle/>
        <a:p>
          <a:pPr rtl="0"/>
          <a:r>
            <a:rPr lang="en-US" sz="2400" dirty="0"/>
            <a:t>Message Digest 6 (MD6)</a:t>
          </a:r>
        </a:p>
      </dgm:t>
    </dgm:pt>
    <dgm:pt modelId="{0F97648F-E130-47EF-BA61-F4975FB21D7D}" type="parTrans" cxnId="{C5D40187-4766-4B5B-9A0B-BDF86BF9B5B0}">
      <dgm:prSet/>
      <dgm:spPr/>
      <dgm:t>
        <a:bodyPr/>
        <a:lstStyle/>
        <a:p>
          <a:endParaRPr lang="en-US" sz="2400"/>
        </a:p>
      </dgm:t>
    </dgm:pt>
    <dgm:pt modelId="{2FEA1BC3-76A5-4C3B-BD4E-B70E75E08D82}" type="sibTrans" cxnId="{C5D40187-4766-4B5B-9A0B-BDF86BF9B5B0}">
      <dgm:prSet/>
      <dgm:spPr/>
      <dgm:t>
        <a:bodyPr/>
        <a:lstStyle/>
        <a:p>
          <a:endParaRPr lang="en-US" sz="2400"/>
        </a:p>
      </dgm:t>
    </dgm:pt>
    <dgm:pt modelId="{27B172A4-BB1E-43DB-9740-6C1E32FC932F}">
      <dgm:prSet custT="1"/>
      <dgm:spPr/>
      <dgm:t>
        <a:bodyPr/>
        <a:lstStyle/>
        <a:p>
          <a:pPr rtl="0"/>
          <a:r>
            <a:rPr lang="en-US" sz="2400" dirty="0"/>
            <a:t>HAVAL ~1992, differing Hash Lengths,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Broken ~ 2004</a:t>
          </a:r>
          <a:endParaRPr lang="en-US" sz="2400" b="1" i="1" u="sng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82F135-CD5E-408C-84BC-03D687A99DB5}" type="parTrans" cxnId="{49B53440-57AB-4C07-9DE0-B58252D8DAEE}">
      <dgm:prSet/>
      <dgm:spPr/>
      <dgm:t>
        <a:bodyPr/>
        <a:lstStyle/>
        <a:p>
          <a:endParaRPr lang="en-US" sz="2400"/>
        </a:p>
      </dgm:t>
    </dgm:pt>
    <dgm:pt modelId="{735827C1-A69C-45DE-ACAC-267804814A46}" type="sibTrans" cxnId="{49B53440-57AB-4C07-9DE0-B58252D8DAEE}">
      <dgm:prSet/>
      <dgm:spPr/>
      <dgm:t>
        <a:bodyPr/>
        <a:lstStyle/>
        <a:p>
          <a:endParaRPr lang="en-US" sz="2400"/>
        </a:p>
      </dgm:t>
    </dgm:pt>
    <dgm:pt modelId="{A560423B-2A62-4867-8E81-CA9CF4E5F750}">
      <dgm:prSet custT="1"/>
      <dgm:spPr/>
      <dgm:t>
        <a:bodyPr/>
        <a:lstStyle/>
        <a:p>
          <a:pPr rtl="0"/>
          <a:r>
            <a:rPr lang="en-US" sz="2400" dirty="0"/>
            <a:t>RIPE-MD, Family of Hash F(x)s, ~1991, used by Bitcoin </a:t>
          </a:r>
        </a:p>
      </dgm:t>
    </dgm:pt>
    <dgm:pt modelId="{41A37AAE-F8D7-4742-A8F5-1AA00EA3B0FC}" type="parTrans" cxnId="{0AEBE191-3F78-42F8-9ABF-65F267B1DBD7}">
      <dgm:prSet/>
      <dgm:spPr/>
      <dgm:t>
        <a:bodyPr/>
        <a:lstStyle/>
        <a:p>
          <a:endParaRPr lang="en-US" sz="2400"/>
        </a:p>
      </dgm:t>
    </dgm:pt>
    <dgm:pt modelId="{EB1D18FA-19FC-4021-9D61-65FE4A41480B}" type="sibTrans" cxnId="{0AEBE191-3F78-42F8-9ABF-65F267B1DBD7}">
      <dgm:prSet/>
      <dgm:spPr/>
      <dgm:t>
        <a:bodyPr/>
        <a:lstStyle/>
        <a:p>
          <a:endParaRPr lang="en-US" sz="2400"/>
        </a:p>
      </dgm:t>
    </dgm:pt>
    <dgm:pt modelId="{4656551C-2459-4C13-BDAF-04E8C3F00641}">
      <dgm:prSet custT="1"/>
      <dgm:spPr/>
      <dgm:t>
        <a:bodyPr/>
        <a:lstStyle/>
        <a:p>
          <a:pPr rtl="0"/>
          <a:r>
            <a:rPr lang="en-US" sz="2400" dirty="0"/>
            <a:t>Secure Hash Algorithm-0 (SHA-0)</a:t>
          </a:r>
        </a:p>
      </dgm:t>
    </dgm:pt>
    <dgm:pt modelId="{FD26D249-38F1-4159-A13A-C39B02F42FE4}" type="parTrans" cxnId="{B26D5E7E-2171-46E5-A32F-C30B0E10E04C}">
      <dgm:prSet/>
      <dgm:spPr/>
      <dgm:t>
        <a:bodyPr/>
        <a:lstStyle/>
        <a:p>
          <a:endParaRPr lang="en-US" sz="2400"/>
        </a:p>
      </dgm:t>
    </dgm:pt>
    <dgm:pt modelId="{F145625E-A639-431A-8A10-7C8969079454}" type="sibTrans" cxnId="{B26D5E7E-2171-46E5-A32F-C30B0E10E04C}">
      <dgm:prSet/>
      <dgm:spPr/>
      <dgm:t>
        <a:bodyPr/>
        <a:lstStyle/>
        <a:p>
          <a:endParaRPr lang="en-US" sz="2400"/>
        </a:p>
      </dgm:t>
    </dgm:pt>
    <dgm:pt modelId="{04F9F9D6-BD4E-4CF5-B08B-4C6E65D9B472}">
      <dgm:prSet custT="1"/>
      <dgm:spPr/>
      <dgm:t>
        <a:bodyPr/>
        <a:lstStyle/>
        <a:p>
          <a:pPr rtl="0"/>
          <a:r>
            <a:rPr lang="en-US" sz="2400" dirty="0"/>
            <a:t>Secure Hash Algorithm-1 (SHA-1)</a:t>
          </a:r>
        </a:p>
      </dgm:t>
    </dgm:pt>
    <dgm:pt modelId="{405F9B54-A7F8-4459-952B-3114CC1A7543}" type="parTrans" cxnId="{A120109B-0D9F-4550-9438-D8B11BA6BC86}">
      <dgm:prSet/>
      <dgm:spPr/>
      <dgm:t>
        <a:bodyPr/>
        <a:lstStyle/>
        <a:p>
          <a:endParaRPr lang="en-US" sz="2400"/>
        </a:p>
      </dgm:t>
    </dgm:pt>
    <dgm:pt modelId="{BC82EBA6-8CF7-4394-8287-899BD826131A}" type="sibTrans" cxnId="{A120109B-0D9F-4550-9438-D8B11BA6BC86}">
      <dgm:prSet/>
      <dgm:spPr/>
      <dgm:t>
        <a:bodyPr/>
        <a:lstStyle/>
        <a:p>
          <a:endParaRPr lang="en-US" sz="2400"/>
        </a:p>
      </dgm:t>
    </dgm:pt>
    <dgm:pt modelId="{FDE9FCC4-ADEB-458A-B39E-641E15E6EB65}">
      <dgm:prSet custT="1"/>
      <dgm:spPr/>
      <dgm:t>
        <a:bodyPr/>
        <a:lstStyle/>
        <a:p>
          <a:pPr rtl="0"/>
          <a:r>
            <a:rPr lang="en-US" sz="2400" dirty="0"/>
            <a:t>Secure Hash Algorithm-2 (SHA-2) { now Version 3}</a:t>
          </a:r>
        </a:p>
      </dgm:t>
    </dgm:pt>
    <dgm:pt modelId="{EB930FEF-0FBC-4424-B406-7B86C258CADC}" type="parTrans" cxnId="{88819A4F-6B92-4966-B18A-259C8C23C4C9}">
      <dgm:prSet/>
      <dgm:spPr/>
      <dgm:t>
        <a:bodyPr/>
        <a:lstStyle/>
        <a:p>
          <a:endParaRPr lang="en-US" sz="2400"/>
        </a:p>
      </dgm:t>
    </dgm:pt>
    <dgm:pt modelId="{75C44BC0-64BC-4B21-B534-1ABDEE1D9248}" type="sibTrans" cxnId="{88819A4F-6B92-4966-B18A-259C8C23C4C9}">
      <dgm:prSet/>
      <dgm:spPr/>
      <dgm:t>
        <a:bodyPr/>
        <a:lstStyle/>
        <a:p>
          <a:endParaRPr lang="en-US" sz="2400"/>
        </a:p>
      </dgm:t>
    </dgm:pt>
    <dgm:pt modelId="{E147F966-ADE0-4849-9316-124181AE1B08}" type="pres">
      <dgm:prSet presAssocID="{048AE010-62CA-45AA-8480-8E45F61DF059}" presName="linear" presStyleCnt="0">
        <dgm:presLayoutVars>
          <dgm:animLvl val="lvl"/>
          <dgm:resizeHandles val="exact"/>
        </dgm:presLayoutVars>
      </dgm:prSet>
      <dgm:spPr/>
    </dgm:pt>
    <dgm:pt modelId="{7516CBE1-49E3-4388-819E-8CD7EEBC22B5}" type="pres">
      <dgm:prSet presAssocID="{299304EC-713E-4ED1-A0D4-E3320668635C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4F45348E-505C-4945-A5CF-03FB65283C32}" type="pres">
      <dgm:prSet presAssocID="{56D9DC1E-B0E2-4BC7-A69F-046DF6D9AAF5}" presName="spacer" presStyleCnt="0"/>
      <dgm:spPr/>
    </dgm:pt>
    <dgm:pt modelId="{3188391A-5A7B-4407-84E2-0BD53996EA1F}" type="pres">
      <dgm:prSet presAssocID="{BB8F635F-87BC-4276-85EF-4E9F91EE813F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788B4B69-1B0B-4150-BEAA-F5F2B5DF8E1E}" type="pres">
      <dgm:prSet presAssocID="{226D5BB8-4AE9-4646-B643-D1A34E43AC08}" presName="spacer" presStyleCnt="0"/>
      <dgm:spPr/>
    </dgm:pt>
    <dgm:pt modelId="{D13DD14E-C4B9-46AF-BDD8-A4DF7117D841}" type="pres">
      <dgm:prSet presAssocID="{6897922B-35C9-45D4-94DB-08FF69578AFD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B011CAA2-C24F-489B-BB9D-36FA38E37AF1}" type="pres">
      <dgm:prSet presAssocID="{BB09909B-100B-4788-839F-CF9D00D85A18}" presName="spacer" presStyleCnt="0"/>
      <dgm:spPr/>
    </dgm:pt>
    <dgm:pt modelId="{66BFC9D5-BDEE-4678-9837-407104BFFD0D}" type="pres">
      <dgm:prSet presAssocID="{5D91A725-2F43-4D1A-AAA1-7CED6D6803B2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F3AAE4B3-695A-417C-8AB5-BCB6DEB8B647}" type="pres">
      <dgm:prSet presAssocID="{2FEA1BC3-76A5-4C3B-BD4E-B70E75E08D82}" presName="spacer" presStyleCnt="0"/>
      <dgm:spPr/>
    </dgm:pt>
    <dgm:pt modelId="{D82B291A-18E6-4D12-B8C4-DC34314EE486}" type="pres">
      <dgm:prSet presAssocID="{27B172A4-BB1E-43DB-9740-6C1E32FC932F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6BA5C760-C857-4F39-B93E-D2B89E8ABE59}" type="pres">
      <dgm:prSet presAssocID="{735827C1-A69C-45DE-ACAC-267804814A46}" presName="spacer" presStyleCnt="0"/>
      <dgm:spPr/>
    </dgm:pt>
    <dgm:pt modelId="{3506C85E-93C5-4C32-97F8-3E180316D673}" type="pres">
      <dgm:prSet presAssocID="{A560423B-2A62-4867-8E81-CA9CF4E5F750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17CE7915-E980-489B-A918-08B56C7100EA}" type="pres">
      <dgm:prSet presAssocID="{EB1D18FA-19FC-4021-9D61-65FE4A41480B}" presName="spacer" presStyleCnt="0"/>
      <dgm:spPr/>
    </dgm:pt>
    <dgm:pt modelId="{EA055FBC-6B02-4F75-98D3-C69248934CBC}" type="pres">
      <dgm:prSet presAssocID="{4656551C-2459-4C13-BDAF-04E8C3F00641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0D4007B3-C782-4BB5-8E4B-11EA5FC2F4E9}" type="pres">
      <dgm:prSet presAssocID="{F145625E-A639-431A-8A10-7C8969079454}" presName="spacer" presStyleCnt="0"/>
      <dgm:spPr/>
    </dgm:pt>
    <dgm:pt modelId="{7BF26BE4-D6B4-4D51-9FDD-5F1EE51BD9C7}" type="pres">
      <dgm:prSet presAssocID="{04F9F9D6-BD4E-4CF5-B08B-4C6E65D9B472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4466838-5891-402A-A9FA-9FFFEC9E897A}" type="pres">
      <dgm:prSet presAssocID="{BC82EBA6-8CF7-4394-8287-899BD826131A}" presName="spacer" presStyleCnt="0"/>
      <dgm:spPr/>
    </dgm:pt>
    <dgm:pt modelId="{B948B1C6-6AAE-44C4-9C75-F001BAF7FE73}" type="pres">
      <dgm:prSet presAssocID="{FDE9FCC4-ADEB-458A-B39E-641E15E6EB65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F4FB2A2B-6B22-4229-852F-610D9AF43D6A}" type="presOf" srcId="{6897922B-35C9-45D4-94DB-08FF69578AFD}" destId="{D13DD14E-C4B9-46AF-BDD8-A4DF7117D841}" srcOrd="0" destOrd="0" presId="urn:microsoft.com/office/officeart/2005/8/layout/vList2"/>
    <dgm:cxn modelId="{56BBC32B-99EF-467A-9268-33DA74BFCB00}" type="presOf" srcId="{27B172A4-BB1E-43DB-9740-6C1E32FC932F}" destId="{D82B291A-18E6-4D12-B8C4-DC34314EE486}" srcOrd="0" destOrd="0" presId="urn:microsoft.com/office/officeart/2005/8/layout/vList2"/>
    <dgm:cxn modelId="{A54AEB2F-CB20-4218-9AB3-BCCB39B628B7}" type="presOf" srcId="{4656551C-2459-4C13-BDAF-04E8C3F00641}" destId="{EA055FBC-6B02-4F75-98D3-C69248934CBC}" srcOrd="0" destOrd="0" presId="urn:microsoft.com/office/officeart/2005/8/layout/vList2"/>
    <dgm:cxn modelId="{20F22A3A-8BD6-4908-9491-B981061AD1D3}" type="presOf" srcId="{299304EC-713E-4ED1-A0D4-E3320668635C}" destId="{7516CBE1-49E3-4388-819E-8CD7EEBC22B5}" srcOrd="0" destOrd="0" presId="urn:microsoft.com/office/officeart/2005/8/layout/vList2"/>
    <dgm:cxn modelId="{49B53440-57AB-4C07-9DE0-B58252D8DAEE}" srcId="{048AE010-62CA-45AA-8480-8E45F61DF059}" destId="{27B172A4-BB1E-43DB-9740-6C1E32FC932F}" srcOrd="4" destOrd="0" parTransId="{9082F135-CD5E-408C-84BC-03D687A99DB5}" sibTransId="{735827C1-A69C-45DE-ACAC-267804814A46}"/>
    <dgm:cxn modelId="{5F53436E-C76C-4878-AAAB-261BA0DFFE31}" type="presOf" srcId="{048AE010-62CA-45AA-8480-8E45F61DF059}" destId="{E147F966-ADE0-4849-9316-124181AE1B08}" srcOrd="0" destOrd="0" presId="urn:microsoft.com/office/officeart/2005/8/layout/vList2"/>
    <dgm:cxn modelId="{AA7C5C4F-7EBF-4029-B5C2-BA6A5E361C9A}" srcId="{048AE010-62CA-45AA-8480-8E45F61DF059}" destId="{6897922B-35C9-45D4-94DB-08FF69578AFD}" srcOrd="2" destOrd="0" parTransId="{29F94736-7F4B-4D98-AF96-3EE6C69903CB}" sibTransId="{BB09909B-100B-4788-839F-CF9D00D85A18}"/>
    <dgm:cxn modelId="{88819A4F-6B92-4966-B18A-259C8C23C4C9}" srcId="{048AE010-62CA-45AA-8480-8E45F61DF059}" destId="{FDE9FCC4-ADEB-458A-B39E-641E15E6EB65}" srcOrd="8" destOrd="0" parTransId="{EB930FEF-0FBC-4424-B406-7B86C258CADC}" sibTransId="{75C44BC0-64BC-4B21-B534-1ABDEE1D9248}"/>
    <dgm:cxn modelId="{B26D5E7E-2171-46E5-A32F-C30B0E10E04C}" srcId="{048AE010-62CA-45AA-8480-8E45F61DF059}" destId="{4656551C-2459-4C13-BDAF-04E8C3F00641}" srcOrd="6" destOrd="0" parTransId="{FD26D249-38F1-4159-A13A-C39B02F42FE4}" sibTransId="{F145625E-A639-431A-8A10-7C8969079454}"/>
    <dgm:cxn modelId="{7D143E85-FA25-41EC-A0BE-803C3927AEE1}" type="presOf" srcId="{BB8F635F-87BC-4276-85EF-4E9F91EE813F}" destId="{3188391A-5A7B-4407-84E2-0BD53996EA1F}" srcOrd="0" destOrd="0" presId="urn:microsoft.com/office/officeart/2005/8/layout/vList2"/>
    <dgm:cxn modelId="{C5D40187-4766-4B5B-9A0B-BDF86BF9B5B0}" srcId="{048AE010-62CA-45AA-8480-8E45F61DF059}" destId="{5D91A725-2F43-4D1A-AAA1-7CED6D6803B2}" srcOrd="3" destOrd="0" parTransId="{0F97648F-E130-47EF-BA61-F4975FB21D7D}" sibTransId="{2FEA1BC3-76A5-4C3B-BD4E-B70E75E08D82}"/>
    <dgm:cxn modelId="{47A0A68A-188D-4815-B14A-4EDBBBD7E8DB}" srcId="{048AE010-62CA-45AA-8480-8E45F61DF059}" destId="{BB8F635F-87BC-4276-85EF-4E9F91EE813F}" srcOrd="1" destOrd="0" parTransId="{ED0160D4-EF39-4CD8-A12F-A9D456C25DF2}" sibTransId="{226D5BB8-4AE9-4646-B643-D1A34E43AC08}"/>
    <dgm:cxn modelId="{0AEBE191-3F78-42F8-9ABF-65F267B1DBD7}" srcId="{048AE010-62CA-45AA-8480-8E45F61DF059}" destId="{A560423B-2A62-4867-8E81-CA9CF4E5F750}" srcOrd="5" destOrd="0" parTransId="{41A37AAE-F8D7-4742-A8F5-1AA00EA3B0FC}" sibTransId="{EB1D18FA-19FC-4021-9D61-65FE4A41480B}"/>
    <dgm:cxn modelId="{530CB195-F82D-4669-AD31-18883E006D26}" type="presOf" srcId="{04F9F9D6-BD4E-4CF5-B08B-4C6E65D9B472}" destId="{7BF26BE4-D6B4-4D51-9FDD-5F1EE51BD9C7}" srcOrd="0" destOrd="0" presId="urn:microsoft.com/office/officeart/2005/8/layout/vList2"/>
    <dgm:cxn modelId="{8C458997-3EA8-405D-808F-362CCCEDC517}" type="presOf" srcId="{A560423B-2A62-4867-8E81-CA9CF4E5F750}" destId="{3506C85E-93C5-4C32-97F8-3E180316D673}" srcOrd="0" destOrd="0" presId="urn:microsoft.com/office/officeart/2005/8/layout/vList2"/>
    <dgm:cxn modelId="{A120109B-0D9F-4550-9438-D8B11BA6BC86}" srcId="{048AE010-62CA-45AA-8480-8E45F61DF059}" destId="{04F9F9D6-BD4E-4CF5-B08B-4C6E65D9B472}" srcOrd="7" destOrd="0" parTransId="{405F9B54-A7F8-4459-952B-3114CC1A7543}" sibTransId="{BC82EBA6-8CF7-4394-8287-899BD826131A}"/>
    <dgm:cxn modelId="{54BCA9BB-A6C0-44DE-B59A-D48A32107699}" srcId="{048AE010-62CA-45AA-8480-8E45F61DF059}" destId="{299304EC-713E-4ED1-A0D4-E3320668635C}" srcOrd="0" destOrd="0" parTransId="{D15122A7-2B62-40C8-995C-A2D06BE1DEC4}" sibTransId="{56D9DC1E-B0E2-4BC7-A69F-046DF6D9AAF5}"/>
    <dgm:cxn modelId="{C7D7C2C3-3D27-4046-9824-ABAE5B508E55}" type="presOf" srcId="{FDE9FCC4-ADEB-458A-B39E-641E15E6EB65}" destId="{B948B1C6-6AAE-44C4-9C75-F001BAF7FE73}" srcOrd="0" destOrd="0" presId="urn:microsoft.com/office/officeart/2005/8/layout/vList2"/>
    <dgm:cxn modelId="{38873FF6-C4AA-4464-A5F2-618279830033}" type="presOf" srcId="{5D91A725-2F43-4D1A-AAA1-7CED6D6803B2}" destId="{66BFC9D5-BDEE-4678-9837-407104BFFD0D}" srcOrd="0" destOrd="0" presId="urn:microsoft.com/office/officeart/2005/8/layout/vList2"/>
    <dgm:cxn modelId="{04252116-64C0-4FB5-980F-B3DD8CA98D99}" type="presParOf" srcId="{E147F966-ADE0-4849-9316-124181AE1B08}" destId="{7516CBE1-49E3-4388-819E-8CD7EEBC22B5}" srcOrd="0" destOrd="0" presId="urn:microsoft.com/office/officeart/2005/8/layout/vList2"/>
    <dgm:cxn modelId="{9139A7AD-CFE5-4FF3-AF8E-8BD48F6F74C4}" type="presParOf" srcId="{E147F966-ADE0-4849-9316-124181AE1B08}" destId="{4F45348E-505C-4945-A5CF-03FB65283C32}" srcOrd="1" destOrd="0" presId="urn:microsoft.com/office/officeart/2005/8/layout/vList2"/>
    <dgm:cxn modelId="{B0B975AE-4160-4B06-BE62-6CCA97DA4733}" type="presParOf" srcId="{E147F966-ADE0-4849-9316-124181AE1B08}" destId="{3188391A-5A7B-4407-84E2-0BD53996EA1F}" srcOrd="2" destOrd="0" presId="urn:microsoft.com/office/officeart/2005/8/layout/vList2"/>
    <dgm:cxn modelId="{9363A639-082A-47BC-99C3-7593ECCFA832}" type="presParOf" srcId="{E147F966-ADE0-4849-9316-124181AE1B08}" destId="{788B4B69-1B0B-4150-BEAA-F5F2B5DF8E1E}" srcOrd="3" destOrd="0" presId="urn:microsoft.com/office/officeart/2005/8/layout/vList2"/>
    <dgm:cxn modelId="{4CAE6BAE-BCC7-4F56-868B-3C5D897DA318}" type="presParOf" srcId="{E147F966-ADE0-4849-9316-124181AE1B08}" destId="{D13DD14E-C4B9-46AF-BDD8-A4DF7117D841}" srcOrd="4" destOrd="0" presId="urn:microsoft.com/office/officeart/2005/8/layout/vList2"/>
    <dgm:cxn modelId="{2193BBCB-2CCD-46F1-9619-1CF7FE731A26}" type="presParOf" srcId="{E147F966-ADE0-4849-9316-124181AE1B08}" destId="{B011CAA2-C24F-489B-BB9D-36FA38E37AF1}" srcOrd="5" destOrd="0" presId="urn:microsoft.com/office/officeart/2005/8/layout/vList2"/>
    <dgm:cxn modelId="{0E13010C-B514-496E-A087-53DD5086D6C8}" type="presParOf" srcId="{E147F966-ADE0-4849-9316-124181AE1B08}" destId="{66BFC9D5-BDEE-4678-9837-407104BFFD0D}" srcOrd="6" destOrd="0" presId="urn:microsoft.com/office/officeart/2005/8/layout/vList2"/>
    <dgm:cxn modelId="{D8139426-972C-440A-9442-787C95ADCABA}" type="presParOf" srcId="{E147F966-ADE0-4849-9316-124181AE1B08}" destId="{F3AAE4B3-695A-417C-8AB5-BCB6DEB8B647}" srcOrd="7" destOrd="0" presId="urn:microsoft.com/office/officeart/2005/8/layout/vList2"/>
    <dgm:cxn modelId="{1CB2476A-B72A-48A6-95FD-83C089F49835}" type="presParOf" srcId="{E147F966-ADE0-4849-9316-124181AE1B08}" destId="{D82B291A-18E6-4D12-B8C4-DC34314EE486}" srcOrd="8" destOrd="0" presId="urn:microsoft.com/office/officeart/2005/8/layout/vList2"/>
    <dgm:cxn modelId="{663B60C7-DB9B-469B-A9F2-B31A9DC2CD65}" type="presParOf" srcId="{E147F966-ADE0-4849-9316-124181AE1B08}" destId="{6BA5C760-C857-4F39-B93E-D2B89E8ABE59}" srcOrd="9" destOrd="0" presId="urn:microsoft.com/office/officeart/2005/8/layout/vList2"/>
    <dgm:cxn modelId="{D1FCE019-2E07-4070-A5D6-FE243F265065}" type="presParOf" srcId="{E147F966-ADE0-4849-9316-124181AE1B08}" destId="{3506C85E-93C5-4C32-97F8-3E180316D673}" srcOrd="10" destOrd="0" presId="urn:microsoft.com/office/officeart/2005/8/layout/vList2"/>
    <dgm:cxn modelId="{5842BCE5-CE3F-48C5-8F99-CB78243256F2}" type="presParOf" srcId="{E147F966-ADE0-4849-9316-124181AE1B08}" destId="{17CE7915-E980-489B-A918-08B56C7100EA}" srcOrd="11" destOrd="0" presId="urn:microsoft.com/office/officeart/2005/8/layout/vList2"/>
    <dgm:cxn modelId="{BF4B356D-BE13-4B4F-8A68-AC3F85629CAD}" type="presParOf" srcId="{E147F966-ADE0-4849-9316-124181AE1B08}" destId="{EA055FBC-6B02-4F75-98D3-C69248934CBC}" srcOrd="12" destOrd="0" presId="urn:microsoft.com/office/officeart/2005/8/layout/vList2"/>
    <dgm:cxn modelId="{E7E56E79-5D96-4A54-8B4C-B67E95EECFE7}" type="presParOf" srcId="{E147F966-ADE0-4849-9316-124181AE1B08}" destId="{0D4007B3-C782-4BB5-8E4B-11EA5FC2F4E9}" srcOrd="13" destOrd="0" presId="urn:microsoft.com/office/officeart/2005/8/layout/vList2"/>
    <dgm:cxn modelId="{CA0CF794-B7C9-4DA1-858B-163E4AC75546}" type="presParOf" srcId="{E147F966-ADE0-4849-9316-124181AE1B08}" destId="{7BF26BE4-D6B4-4D51-9FDD-5F1EE51BD9C7}" srcOrd="14" destOrd="0" presId="urn:microsoft.com/office/officeart/2005/8/layout/vList2"/>
    <dgm:cxn modelId="{EBC048BC-ED81-41F4-B8A9-402B31AF27AE}" type="presParOf" srcId="{E147F966-ADE0-4849-9316-124181AE1B08}" destId="{A4466838-5891-402A-A9FA-9FFFEC9E897A}" srcOrd="15" destOrd="0" presId="urn:microsoft.com/office/officeart/2005/8/layout/vList2"/>
    <dgm:cxn modelId="{C351A57E-CD47-42E6-BA6D-1F4C6BE58305}" type="presParOf" srcId="{E147F966-ADE0-4849-9316-124181AE1B08}" destId="{B948B1C6-6AAE-44C4-9C75-F001BAF7FE73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EAA0EA7-8273-494E-A19A-30DC4019513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F27BA2-0B40-4D97-ACDB-BC5FB1E2EDC7}">
      <dgm:prSet/>
      <dgm:spPr/>
      <dgm:t>
        <a:bodyPr/>
        <a:lstStyle/>
        <a:p>
          <a:pPr rtl="0"/>
          <a:r>
            <a:rPr lang="en-US" dirty="0"/>
            <a:t>Sean creates a </a:t>
          </a:r>
          <a:r>
            <a: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Message</a:t>
          </a:r>
          <a:r>
            <a:rPr lang="en-US" dirty="0"/>
            <a:t>.</a:t>
          </a:r>
        </a:p>
      </dgm:t>
    </dgm:pt>
    <dgm:pt modelId="{D254DDC9-43C1-4DBB-A8BC-BD8C5E867F4A}" type="parTrans" cxnId="{2C693FE1-6A99-40BF-AC83-550DBB1EBF08}">
      <dgm:prSet/>
      <dgm:spPr/>
      <dgm:t>
        <a:bodyPr/>
        <a:lstStyle/>
        <a:p>
          <a:endParaRPr lang="en-US"/>
        </a:p>
      </dgm:t>
    </dgm:pt>
    <dgm:pt modelId="{8DC37A4E-0040-46BA-9FC1-E87486B397CB}" type="sibTrans" cxnId="{2C693FE1-6A99-40BF-AC83-550DBB1EBF08}">
      <dgm:prSet/>
      <dgm:spPr/>
      <dgm:t>
        <a:bodyPr/>
        <a:lstStyle/>
        <a:p>
          <a:endParaRPr lang="en-US"/>
        </a:p>
      </dgm:t>
    </dgm:pt>
    <dgm:pt modelId="{7DC7D695-DD32-4C24-8A31-1471E7268353}">
      <dgm:prSet/>
      <dgm:spPr/>
      <dgm:t>
        <a:bodyPr/>
        <a:lstStyle/>
        <a:p>
          <a:pPr rtl="0"/>
          <a:r>
            <a:rPr lang="en-US" dirty="0"/>
            <a:t>Sean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Hashes</a:t>
          </a:r>
          <a:r>
            <a:rPr lang="en-US" dirty="0"/>
            <a:t> the message.</a:t>
          </a:r>
        </a:p>
      </dgm:t>
    </dgm:pt>
    <dgm:pt modelId="{FC212BD8-24EC-4884-BB01-649F0688A4B4}" type="parTrans" cxnId="{47D3B2A5-D2B1-444E-A373-868AFE45B930}">
      <dgm:prSet/>
      <dgm:spPr/>
      <dgm:t>
        <a:bodyPr/>
        <a:lstStyle/>
        <a:p>
          <a:endParaRPr lang="en-US"/>
        </a:p>
      </dgm:t>
    </dgm:pt>
    <dgm:pt modelId="{9AA98007-EEF2-459D-97BC-05B04ADF03DB}" type="sibTrans" cxnId="{47D3B2A5-D2B1-444E-A373-868AFE45B930}">
      <dgm:prSet/>
      <dgm:spPr/>
      <dgm:t>
        <a:bodyPr/>
        <a:lstStyle/>
        <a:p>
          <a:endParaRPr lang="en-US"/>
        </a:p>
      </dgm:t>
    </dgm:pt>
    <dgm:pt modelId="{4BAE041B-2A9F-4CC6-AD43-0917B7C62A87}">
      <dgm:prSet/>
      <dgm:spPr/>
      <dgm:t>
        <a:bodyPr/>
        <a:lstStyle/>
        <a:p>
          <a:pPr rtl="0"/>
          <a:r>
            <a:rPr lang="en-US" dirty="0"/>
            <a:t>Sean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Encrypts</a:t>
          </a:r>
          <a:r>
            <a:rPr lang="en-US" dirty="0"/>
            <a:t> the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Hash</a:t>
          </a:r>
          <a:r>
            <a:rPr lang="en-US" dirty="0"/>
            <a:t> with his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Private Key</a:t>
          </a:r>
          <a:r>
            <a:rPr lang="en-US" dirty="0"/>
            <a:t>.</a:t>
          </a:r>
        </a:p>
      </dgm:t>
    </dgm:pt>
    <dgm:pt modelId="{7CF530D0-E7A1-4F94-AD3B-6770AE2E0A9E}" type="parTrans" cxnId="{24F00FB0-94B9-4614-B521-3FA7B283F135}">
      <dgm:prSet/>
      <dgm:spPr/>
      <dgm:t>
        <a:bodyPr/>
        <a:lstStyle/>
        <a:p>
          <a:endParaRPr lang="en-US"/>
        </a:p>
      </dgm:t>
    </dgm:pt>
    <dgm:pt modelId="{85D343FE-EE44-4158-9C9E-1DAF73970886}" type="sibTrans" cxnId="{24F00FB0-94B9-4614-B521-3FA7B283F135}">
      <dgm:prSet/>
      <dgm:spPr/>
      <dgm:t>
        <a:bodyPr/>
        <a:lstStyle/>
        <a:p>
          <a:endParaRPr lang="en-US"/>
        </a:p>
      </dgm:t>
    </dgm:pt>
    <dgm:pt modelId="{E194F536-0949-43C3-A25E-BFD4C4FDF414}">
      <dgm:prSet/>
      <dgm:spPr/>
      <dgm:t>
        <a:bodyPr/>
        <a:lstStyle/>
        <a:p>
          <a:pPr rtl="0"/>
          <a:r>
            <a:rPr lang="en-US" dirty="0"/>
            <a:t>Sean </a:t>
          </a:r>
          <a:r>
            <a:rPr lang="en-US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Sends</a:t>
          </a:r>
          <a:r>
            <a:rPr lang="en-US" dirty="0"/>
            <a:t> the </a:t>
          </a:r>
          <a:r>
            <a:rPr lang="en-US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Combination</a:t>
          </a:r>
          <a:r>
            <a:rPr lang="en-US" dirty="0"/>
            <a:t> to Zelda.</a:t>
          </a:r>
        </a:p>
      </dgm:t>
    </dgm:pt>
    <dgm:pt modelId="{501D5A7B-2765-4E59-AA7E-38E6ADE4674B}" type="parTrans" cxnId="{842337BB-2702-4DAC-9D28-EB3EED901149}">
      <dgm:prSet/>
      <dgm:spPr/>
      <dgm:t>
        <a:bodyPr/>
        <a:lstStyle/>
        <a:p>
          <a:endParaRPr lang="en-US"/>
        </a:p>
      </dgm:t>
    </dgm:pt>
    <dgm:pt modelId="{4121A01A-60AA-46C7-B2A7-07A991BD06A5}" type="sibTrans" cxnId="{842337BB-2702-4DAC-9D28-EB3EED901149}">
      <dgm:prSet/>
      <dgm:spPr/>
      <dgm:t>
        <a:bodyPr/>
        <a:lstStyle/>
        <a:p>
          <a:endParaRPr lang="en-US"/>
        </a:p>
      </dgm:t>
    </dgm:pt>
    <dgm:pt modelId="{89ABE4D2-DDC3-4731-9755-35F3DC59F3E0}">
      <dgm:prSet/>
      <dgm:spPr/>
      <dgm:t>
        <a:bodyPr/>
        <a:lstStyle/>
        <a:p>
          <a:pPr rtl="0"/>
          <a:r>
            <a:rPr lang="en-US" dirty="0"/>
            <a:t>Zelda sees that the message came from Sean.</a:t>
          </a:r>
        </a:p>
      </dgm:t>
    </dgm:pt>
    <dgm:pt modelId="{17EF00C2-6AC4-44E0-8433-9DEC148439C8}" type="parTrans" cxnId="{BC81BFCA-4D29-439D-BB36-6FA877E7C097}">
      <dgm:prSet/>
      <dgm:spPr/>
      <dgm:t>
        <a:bodyPr/>
        <a:lstStyle/>
        <a:p>
          <a:endParaRPr lang="en-US"/>
        </a:p>
      </dgm:t>
    </dgm:pt>
    <dgm:pt modelId="{9189C974-62B8-4B98-81D3-6AD82D3D71BD}" type="sibTrans" cxnId="{BC81BFCA-4D29-439D-BB36-6FA877E7C097}">
      <dgm:prSet/>
      <dgm:spPr/>
      <dgm:t>
        <a:bodyPr/>
        <a:lstStyle/>
        <a:p>
          <a:endParaRPr lang="en-US"/>
        </a:p>
      </dgm:t>
    </dgm:pt>
    <dgm:pt modelId="{188C4E64-923C-41AB-B5BE-4CCD3AA16347}">
      <dgm:prSet/>
      <dgm:spPr/>
      <dgm:t>
        <a:bodyPr/>
        <a:lstStyle/>
        <a:p>
          <a:pPr rtl="0"/>
          <a:r>
            <a:rPr lang="en-US" dirty="0"/>
            <a:t>Seeing who the sender is, Zelda </a:t>
          </a:r>
          <a:r>
            <a:rPr lang="en-US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Retrieves</a:t>
          </a:r>
          <a:r>
            <a:rPr lang="en-US" dirty="0"/>
            <a:t> Sean’s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Public Key</a:t>
          </a:r>
          <a:r>
            <a:rPr lang="en-US" dirty="0"/>
            <a:t>.</a:t>
          </a:r>
        </a:p>
      </dgm:t>
    </dgm:pt>
    <dgm:pt modelId="{2671983E-A6DC-4232-8FA1-00B9A8AAF9FF}" type="parTrans" cxnId="{BC07BF02-BE37-4693-B78D-8195BC9A7595}">
      <dgm:prSet/>
      <dgm:spPr/>
      <dgm:t>
        <a:bodyPr/>
        <a:lstStyle/>
        <a:p>
          <a:endParaRPr lang="en-US"/>
        </a:p>
      </dgm:t>
    </dgm:pt>
    <dgm:pt modelId="{D27511C0-0FB8-4269-9C6A-704997A2FB94}" type="sibTrans" cxnId="{BC07BF02-BE37-4693-B78D-8195BC9A7595}">
      <dgm:prSet/>
      <dgm:spPr/>
      <dgm:t>
        <a:bodyPr/>
        <a:lstStyle/>
        <a:p>
          <a:endParaRPr lang="en-US"/>
        </a:p>
      </dgm:t>
    </dgm:pt>
    <dgm:pt modelId="{EFB68A2A-EFB2-4C1D-80D6-AAD5DD8118CB}">
      <dgm:prSet/>
      <dgm:spPr/>
      <dgm:t>
        <a:bodyPr/>
        <a:lstStyle/>
        <a:p>
          <a:pPr rtl="0"/>
          <a:r>
            <a:rPr lang="en-US" dirty="0"/>
            <a:t>Zelda reruns the algorithm against the plaintext and compares the two.</a:t>
          </a:r>
        </a:p>
      </dgm:t>
    </dgm:pt>
    <dgm:pt modelId="{B7F5824D-595F-46D3-A2A3-C80BBE92458C}" type="parTrans" cxnId="{F722E0E0-4555-4D20-8190-32EC25232E02}">
      <dgm:prSet/>
      <dgm:spPr/>
      <dgm:t>
        <a:bodyPr/>
        <a:lstStyle/>
        <a:p>
          <a:endParaRPr lang="en-US"/>
        </a:p>
      </dgm:t>
    </dgm:pt>
    <dgm:pt modelId="{3526D6B3-E518-4DE3-96C9-8345F7428D52}" type="sibTrans" cxnId="{F722E0E0-4555-4D20-8190-32EC25232E02}">
      <dgm:prSet/>
      <dgm:spPr/>
      <dgm:t>
        <a:bodyPr/>
        <a:lstStyle/>
        <a:p>
          <a:endParaRPr lang="en-US"/>
        </a:p>
      </dgm:t>
    </dgm:pt>
    <dgm:pt modelId="{28DAF8B6-127D-4AD4-B7F0-D9297C87E600}">
      <dgm:prSet/>
      <dgm:spPr/>
      <dgm:t>
        <a:bodyPr/>
        <a:lstStyle/>
        <a:p>
          <a:pPr rtl="0"/>
          <a:r>
            <a:rPr lang="en-US" b="1" i="1" u="sng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If the hashes match, the message has not been altered</a:t>
          </a:r>
          <a:r>
            <a:rPr lang="en-US" dirty="0"/>
            <a:t>.</a:t>
          </a:r>
        </a:p>
      </dgm:t>
    </dgm:pt>
    <dgm:pt modelId="{3FB3B60A-C3F2-4E1E-933C-C4B7982241E4}" type="parTrans" cxnId="{C1334167-7440-432D-92CD-CC0E4D7D1A06}">
      <dgm:prSet/>
      <dgm:spPr/>
      <dgm:t>
        <a:bodyPr/>
        <a:lstStyle/>
        <a:p>
          <a:endParaRPr lang="en-US"/>
        </a:p>
      </dgm:t>
    </dgm:pt>
    <dgm:pt modelId="{CA44E929-BA6F-4C5F-AD28-5DCD8548CD81}" type="sibTrans" cxnId="{C1334167-7440-432D-92CD-CC0E4D7D1A06}">
      <dgm:prSet/>
      <dgm:spPr/>
      <dgm:t>
        <a:bodyPr/>
        <a:lstStyle/>
        <a:p>
          <a:endParaRPr lang="en-US"/>
        </a:p>
      </dgm:t>
    </dgm:pt>
    <dgm:pt modelId="{6DF8831C-673B-424B-BFBA-337FC3F9F498}">
      <dgm:prSet/>
      <dgm:spPr/>
      <dgm:t>
        <a:bodyPr/>
        <a:lstStyle/>
        <a:p>
          <a:pPr rtl="0"/>
          <a:r>
            <a:rPr lang="en-US" dirty="0"/>
            <a:t>Zelda </a:t>
          </a:r>
          <a:r>
            <a:rPr lang="en-US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Decrypts</a:t>
          </a:r>
          <a:r>
            <a:rPr lang="en-US" dirty="0"/>
            <a:t> the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Hash</a:t>
          </a:r>
          <a:r>
            <a:rPr lang="en-US" dirty="0"/>
            <a:t> value, thus validating the identity of the sender.</a:t>
          </a:r>
        </a:p>
      </dgm:t>
    </dgm:pt>
    <dgm:pt modelId="{DE1EED68-0307-45B4-A29A-CFBFC3233B3C}" type="parTrans" cxnId="{C625384A-0EBB-4369-8CAA-E379F974D323}">
      <dgm:prSet/>
      <dgm:spPr/>
      <dgm:t>
        <a:bodyPr/>
        <a:lstStyle/>
        <a:p>
          <a:endParaRPr lang="en-US"/>
        </a:p>
      </dgm:t>
    </dgm:pt>
    <dgm:pt modelId="{C8BCA9DA-6CED-4078-8681-34C14EEFB358}" type="sibTrans" cxnId="{C625384A-0EBB-4369-8CAA-E379F974D323}">
      <dgm:prSet/>
      <dgm:spPr/>
      <dgm:t>
        <a:bodyPr/>
        <a:lstStyle/>
        <a:p>
          <a:endParaRPr lang="en-US"/>
        </a:p>
      </dgm:t>
    </dgm:pt>
    <dgm:pt modelId="{F42229D8-38D2-4786-A319-340A40B219E8}" type="pres">
      <dgm:prSet presAssocID="{EEAA0EA7-8273-494E-A19A-30DC40195134}" presName="Name0" presStyleCnt="0">
        <dgm:presLayoutVars>
          <dgm:dir/>
          <dgm:resizeHandles/>
        </dgm:presLayoutVars>
      </dgm:prSet>
      <dgm:spPr/>
    </dgm:pt>
    <dgm:pt modelId="{939ADEE2-2DB3-4A64-92A5-F04F13E8FBE8}" type="pres">
      <dgm:prSet presAssocID="{BDF27BA2-0B40-4D97-ACDB-BC5FB1E2EDC7}" presName="compNode" presStyleCnt="0"/>
      <dgm:spPr/>
    </dgm:pt>
    <dgm:pt modelId="{1D9AC2B4-5918-4DA8-9B0F-DF45117577A8}" type="pres">
      <dgm:prSet presAssocID="{BDF27BA2-0B40-4D97-ACDB-BC5FB1E2EDC7}" presName="dummyConnPt" presStyleCnt="0"/>
      <dgm:spPr/>
    </dgm:pt>
    <dgm:pt modelId="{237285B0-AF46-488A-9B99-7AB83380C7BA}" type="pres">
      <dgm:prSet presAssocID="{BDF27BA2-0B40-4D97-ACDB-BC5FB1E2EDC7}" presName="node" presStyleLbl="node1" presStyleIdx="0" presStyleCnt="9">
        <dgm:presLayoutVars>
          <dgm:bulletEnabled val="1"/>
        </dgm:presLayoutVars>
      </dgm:prSet>
      <dgm:spPr/>
    </dgm:pt>
    <dgm:pt modelId="{57CB8A3C-401B-4A2D-AAFD-09A0A92A09DD}" type="pres">
      <dgm:prSet presAssocID="{8DC37A4E-0040-46BA-9FC1-E87486B397CB}" presName="sibTrans" presStyleLbl="bgSibTrans2D1" presStyleIdx="0" presStyleCnt="8"/>
      <dgm:spPr/>
    </dgm:pt>
    <dgm:pt modelId="{FC1034A9-3EF9-4D63-A56F-7299FA17E336}" type="pres">
      <dgm:prSet presAssocID="{7DC7D695-DD32-4C24-8A31-1471E7268353}" presName="compNode" presStyleCnt="0"/>
      <dgm:spPr/>
    </dgm:pt>
    <dgm:pt modelId="{1845AEEC-5ABE-498B-853E-7AF0E71DA591}" type="pres">
      <dgm:prSet presAssocID="{7DC7D695-DD32-4C24-8A31-1471E7268353}" presName="dummyConnPt" presStyleCnt="0"/>
      <dgm:spPr/>
    </dgm:pt>
    <dgm:pt modelId="{03D82C2C-A1F1-4582-9774-D131A758CA91}" type="pres">
      <dgm:prSet presAssocID="{7DC7D695-DD32-4C24-8A31-1471E7268353}" presName="node" presStyleLbl="node1" presStyleIdx="1" presStyleCnt="9">
        <dgm:presLayoutVars>
          <dgm:bulletEnabled val="1"/>
        </dgm:presLayoutVars>
      </dgm:prSet>
      <dgm:spPr/>
    </dgm:pt>
    <dgm:pt modelId="{BD108EA0-F44A-4142-80B3-999858E75E9A}" type="pres">
      <dgm:prSet presAssocID="{9AA98007-EEF2-459D-97BC-05B04ADF03DB}" presName="sibTrans" presStyleLbl="bgSibTrans2D1" presStyleIdx="1" presStyleCnt="8"/>
      <dgm:spPr/>
    </dgm:pt>
    <dgm:pt modelId="{0324C663-2D03-465F-BA0A-0B1D36343FAF}" type="pres">
      <dgm:prSet presAssocID="{4BAE041B-2A9F-4CC6-AD43-0917B7C62A87}" presName="compNode" presStyleCnt="0"/>
      <dgm:spPr/>
    </dgm:pt>
    <dgm:pt modelId="{1D20CEEC-3431-4065-8D9C-ED25B2EA5DBE}" type="pres">
      <dgm:prSet presAssocID="{4BAE041B-2A9F-4CC6-AD43-0917B7C62A87}" presName="dummyConnPt" presStyleCnt="0"/>
      <dgm:spPr/>
    </dgm:pt>
    <dgm:pt modelId="{81D075D0-942A-462E-876A-9D151F777F67}" type="pres">
      <dgm:prSet presAssocID="{4BAE041B-2A9F-4CC6-AD43-0917B7C62A87}" presName="node" presStyleLbl="node1" presStyleIdx="2" presStyleCnt="9">
        <dgm:presLayoutVars>
          <dgm:bulletEnabled val="1"/>
        </dgm:presLayoutVars>
      </dgm:prSet>
      <dgm:spPr/>
    </dgm:pt>
    <dgm:pt modelId="{C3639E2D-0664-4C21-8235-DAA1E0950EAD}" type="pres">
      <dgm:prSet presAssocID="{85D343FE-EE44-4158-9C9E-1DAF73970886}" presName="sibTrans" presStyleLbl="bgSibTrans2D1" presStyleIdx="2" presStyleCnt="8"/>
      <dgm:spPr/>
    </dgm:pt>
    <dgm:pt modelId="{2FD515DC-DB3F-48A1-842A-4B7EA71A8FDE}" type="pres">
      <dgm:prSet presAssocID="{E194F536-0949-43C3-A25E-BFD4C4FDF414}" presName="compNode" presStyleCnt="0"/>
      <dgm:spPr/>
    </dgm:pt>
    <dgm:pt modelId="{17F40C6D-1DA5-4A58-A833-94980EFB8159}" type="pres">
      <dgm:prSet presAssocID="{E194F536-0949-43C3-A25E-BFD4C4FDF414}" presName="dummyConnPt" presStyleCnt="0"/>
      <dgm:spPr/>
    </dgm:pt>
    <dgm:pt modelId="{088876BE-3B71-4528-A642-4D7BD3149792}" type="pres">
      <dgm:prSet presAssocID="{E194F536-0949-43C3-A25E-BFD4C4FDF414}" presName="node" presStyleLbl="node1" presStyleIdx="3" presStyleCnt="9">
        <dgm:presLayoutVars>
          <dgm:bulletEnabled val="1"/>
        </dgm:presLayoutVars>
      </dgm:prSet>
      <dgm:spPr/>
    </dgm:pt>
    <dgm:pt modelId="{E463AE5A-C20B-4ED2-82CF-18304D969007}" type="pres">
      <dgm:prSet presAssocID="{4121A01A-60AA-46C7-B2A7-07A991BD06A5}" presName="sibTrans" presStyleLbl="bgSibTrans2D1" presStyleIdx="3" presStyleCnt="8"/>
      <dgm:spPr/>
    </dgm:pt>
    <dgm:pt modelId="{4D4B0AED-5FA8-47A7-8087-F23BB9B86A75}" type="pres">
      <dgm:prSet presAssocID="{89ABE4D2-DDC3-4731-9755-35F3DC59F3E0}" presName="compNode" presStyleCnt="0"/>
      <dgm:spPr/>
    </dgm:pt>
    <dgm:pt modelId="{9C440744-4B91-40B6-B1FF-80B67D44DC32}" type="pres">
      <dgm:prSet presAssocID="{89ABE4D2-DDC3-4731-9755-35F3DC59F3E0}" presName="dummyConnPt" presStyleCnt="0"/>
      <dgm:spPr/>
    </dgm:pt>
    <dgm:pt modelId="{821EE5E2-D28E-4796-9FB2-5334DA942067}" type="pres">
      <dgm:prSet presAssocID="{89ABE4D2-DDC3-4731-9755-35F3DC59F3E0}" presName="node" presStyleLbl="node1" presStyleIdx="4" presStyleCnt="9">
        <dgm:presLayoutVars>
          <dgm:bulletEnabled val="1"/>
        </dgm:presLayoutVars>
      </dgm:prSet>
      <dgm:spPr/>
    </dgm:pt>
    <dgm:pt modelId="{CA5CCFFC-8B81-4ADF-9D07-C38AAE971213}" type="pres">
      <dgm:prSet presAssocID="{9189C974-62B8-4B98-81D3-6AD82D3D71BD}" presName="sibTrans" presStyleLbl="bgSibTrans2D1" presStyleIdx="4" presStyleCnt="8"/>
      <dgm:spPr/>
    </dgm:pt>
    <dgm:pt modelId="{8C30C201-EF44-4062-B73D-8E78A7B82E06}" type="pres">
      <dgm:prSet presAssocID="{188C4E64-923C-41AB-B5BE-4CCD3AA16347}" presName="compNode" presStyleCnt="0"/>
      <dgm:spPr/>
    </dgm:pt>
    <dgm:pt modelId="{43A0EF62-4C65-47C5-96BB-40D2127CE218}" type="pres">
      <dgm:prSet presAssocID="{188C4E64-923C-41AB-B5BE-4CCD3AA16347}" presName="dummyConnPt" presStyleCnt="0"/>
      <dgm:spPr/>
    </dgm:pt>
    <dgm:pt modelId="{A7CF0704-AD1B-4A86-9853-75ED2D5F8A4A}" type="pres">
      <dgm:prSet presAssocID="{188C4E64-923C-41AB-B5BE-4CCD3AA16347}" presName="node" presStyleLbl="node1" presStyleIdx="5" presStyleCnt="9">
        <dgm:presLayoutVars>
          <dgm:bulletEnabled val="1"/>
        </dgm:presLayoutVars>
      </dgm:prSet>
      <dgm:spPr/>
    </dgm:pt>
    <dgm:pt modelId="{8E2CC7AB-E24B-4EB2-83A3-1F94D5F68D73}" type="pres">
      <dgm:prSet presAssocID="{D27511C0-0FB8-4269-9C6A-704997A2FB94}" presName="sibTrans" presStyleLbl="bgSibTrans2D1" presStyleIdx="5" presStyleCnt="8"/>
      <dgm:spPr/>
    </dgm:pt>
    <dgm:pt modelId="{9FDCD3A9-1F02-47C8-811F-1DAB325DE91A}" type="pres">
      <dgm:prSet presAssocID="{6DF8831C-673B-424B-BFBA-337FC3F9F498}" presName="compNode" presStyleCnt="0"/>
      <dgm:spPr/>
    </dgm:pt>
    <dgm:pt modelId="{5203384B-181D-497D-8FDC-3E6D763577E5}" type="pres">
      <dgm:prSet presAssocID="{6DF8831C-673B-424B-BFBA-337FC3F9F498}" presName="dummyConnPt" presStyleCnt="0"/>
      <dgm:spPr/>
    </dgm:pt>
    <dgm:pt modelId="{477CCB7F-5E71-4856-8832-2301DAB77D54}" type="pres">
      <dgm:prSet presAssocID="{6DF8831C-673B-424B-BFBA-337FC3F9F498}" presName="node" presStyleLbl="node1" presStyleIdx="6" presStyleCnt="9">
        <dgm:presLayoutVars>
          <dgm:bulletEnabled val="1"/>
        </dgm:presLayoutVars>
      </dgm:prSet>
      <dgm:spPr/>
    </dgm:pt>
    <dgm:pt modelId="{FCBB2CD8-023B-4DF0-BD32-E949C2C31434}" type="pres">
      <dgm:prSet presAssocID="{C8BCA9DA-6CED-4078-8681-34C14EEFB358}" presName="sibTrans" presStyleLbl="bgSibTrans2D1" presStyleIdx="6" presStyleCnt="8"/>
      <dgm:spPr/>
    </dgm:pt>
    <dgm:pt modelId="{3FB62BFF-E4F3-4176-832B-C131B2EF3E5D}" type="pres">
      <dgm:prSet presAssocID="{EFB68A2A-EFB2-4C1D-80D6-AAD5DD8118CB}" presName="compNode" presStyleCnt="0"/>
      <dgm:spPr/>
    </dgm:pt>
    <dgm:pt modelId="{EB45DA29-4979-4688-B2C1-7C79D40C6716}" type="pres">
      <dgm:prSet presAssocID="{EFB68A2A-EFB2-4C1D-80D6-AAD5DD8118CB}" presName="dummyConnPt" presStyleCnt="0"/>
      <dgm:spPr/>
    </dgm:pt>
    <dgm:pt modelId="{E095CC86-C723-45CD-8BB1-EE7A0875FB4F}" type="pres">
      <dgm:prSet presAssocID="{EFB68A2A-EFB2-4C1D-80D6-AAD5DD8118CB}" presName="node" presStyleLbl="node1" presStyleIdx="7" presStyleCnt="9">
        <dgm:presLayoutVars>
          <dgm:bulletEnabled val="1"/>
        </dgm:presLayoutVars>
      </dgm:prSet>
      <dgm:spPr/>
    </dgm:pt>
    <dgm:pt modelId="{9BB90A2C-3DEE-41CD-81AC-FB3CDC4F89ED}" type="pres">
      <dgm:prSet presAssocID="{3526D6B3-E518-4DE3-96C9-8345F7428D52}" presName="sibTrans" presStyleLbl="bgSibTrans2D1" presStyleIdx="7" presStyleCnt="8"/>
      <dgm:spPr/>
    </dgm:pt>
    <dgm:pt modelId="{55FFC4E2-9564-4DAB-BB8B-F8FDAF080D77}" type="pres">
      <dgm:prSet presAssocID="{28DAF8B6-127D-4AD4-B7F0-D9297C87E600}" presName="compNode" presStyleCnt="0"/>
      <dgm:spPr/>
    </dgm:pt>
    <dgm:pt modelId="{501C32C7-709E-4349-A8ED-FF187C972629}" type="pres">
      <dgm:prSet presAssocID="{28DAF8B6-127D-4AD4-B7F0-D9297C87E600}" presName="dummyConnPt" presStyleCnt="0"/>
      <dgm:spPr/>
    </dgm:pt>
    <dgm:pt modelId="{4D81BDC8-5FBD-44B0-91A5-CAFB3AFB555C}" type="pres">
      <dgm:prSet presAssocID="{28DAF8B6-127D-4AD4-B7F0-D9297C87E600}" presName="node" presStyleLbl="node1" presStyleIdx="8" presStyleCnt="9">
        <dgm:presLayoutVars>
          <dgm:bulletEnabled val="1"/>
        </dgm:presLayoutVars>
      </dgm:prSet>
      <dgm:spPr/>
    </dgm:pt>
  </dgm:ptLst>
  <dgm:cxnLst>
    <dgm:cxn modelId="{BC07BF02-BE37-4693-B78D-8195BC9A7595}" srcId="{EEAA0EA7-8273-494E-A19A-30DC40195134}" destId="{188C4E64-923C-41AB-B5BE-4CCD3AA16347}" srcOrd="5" destOrd="0" parTransId="{2671983E-A6DC-4232-8FA1-00B9A8AAF9FF}" sibTransId="{D27511C0-0FB8-4269-9C6A-704997A2FB94}"/>
    <dgm:cxn modelId="{39697611-8361-4A68-8CAD-1342A5BFBE1F}" type="presOf" srcId="{6DF8831C-673B-424B-BFBA-337FC3F9F498}" destId="{477CCB7F-5E71-4856-8832-2301DAB77D54}" srcOrd="0" destOrd="0" presId="urn:microsoft.com/office/officeart/2005/8/layout/bProcess4"/>
    <dgm:cxn modelId="{6EE77E36-3D62-429F-9655-910D09D0801B}" type="presOf" srcId="{D27511C0-0FB8-4269-9C6A-704997A2FB94}" destId="{8E2CC7AB-E24B-4EB2-83A3-1F94D5F68D73}" srcOrd="0" destOrd="0" presId="urn:microsoft.com/office/officeart/2005/8/layout/bProcess4"/>
    <dgm:cxn modelId="{AF9CCA36-B1EB-42CB-AA2D-232E110018B4}" type="presOf" srcId="{85D343FE-EE44-4158-9C9E-1DAF73970886}" destId="{C3639E2D-0664-4C21-8235-DAA1E0950EAD}" srcOrd="0" destOrd="0" presId="urn:microsoft.com/office/officeart/2005/8/layout/bProcess4"/>
    <dgm:cxn modelId="{3B7FFC3A-28B1-4B83-836A-5FD920227693}" type="presOf" srcId="{4BAE041B-2A9F-4CC6-AD43-0917B7C62A87}" destId="{81D075D0-942A-462E-876A-9D151F777F67}" srcOrd="0" destOrd="0" presId="urn:microsoft.com/office/officeart/2005/8/layout/bProcess4"/>
    <dgm:cxn modelId="{689B7B5C-5ADC-4D65-9329-1AF427BA270D}" type="presOf" srcId="{89ABE4D2-DDC3-4731-9755-35F3DC59F3E0}" destId="{821EE5E2-D28E-4796-9FB2-5334DA942067}" srcOrd="0" destOrd="0" presId="urn:microsoft.com/office/officeart/2005/8/layout/bProcess4"/>
    <dgm:cxn modelId="{D04D7842-2A97-4429-9284-28E11AC4CDFC}" type="presOf" srcId="{9189C974-62B8-4B98-81D3-6AD82D3D71BD}" destId="{CA5CCFFC-8B81-4ADF-9D07-C38AAE971213}" srcOrd="0" destOrd="0" presId="urn:microsoft.com/office/officeart/2005/8/layout/bProcess4"/>
    <dgm:cxn modelId="{C255FB43-3D09-4D8D-8BE5-09BEC2C161FD}" type="presOf" srcId="{9AA98007-EEF2-459D-97BC-05B04ADF03DB}" destId="{BD108EA0-F44A-4142-80B3-999858E75E9A}" srcOrd="0" destOrd="0" presId="urn:microsoft.com/office/officeart/2005/8/layout/bProcess4"/>
    <dgm:cxn modelId="{C1334167-7440-432D-92CD-CC0E4D7D1A06}" srcId="{EEAA0EA7-8273-494E-A19A-30DC40195134}" destId="{28DAF8B6-127D-4AD4-B7F0-D9297C87E600}" srcOrd="8" destOrd="0" parTransId="{3FB3B60A-C3F2-4E1E-933C-C4B7982241E4}" sibTransId="{CA44E929-BA6F-4C5F-AD28-5DCD8548CD81}"/>
    <dgm:cxn modelId="{C625384A-0EBB-4369-8CAA-E379F974D323}" srcId="{EEAA0EA7-8273-494E-A19A-30DC40195134}" destId="{6DF8831C-673B-424B-BFBA-337FC3F9F498}" srcOrd="6" destOrd="0" parTransId="{DE1EED68-0307-45B4-A29A-CFBFC3233B3C}" sibTransId="{C8BCA9DA-6CED-4078-8681-34C14EEFB358}"/>
    <dgm:cxn modelId="{FC62F34C-14F5-4A7F-8A36-E74AB703F59F}" type="presOf" srcId="{4121A01A-60AA-46C7-B2A7-07A991BD06A5}" destId="{E463AE5A-C20B-4ED2-82CF-18304D969007}" srcOrd="0" destOrd="0" presId="urn:microsoft.com/office/officeart/2005/8/layout/bProcess4"/>
    <dgm:cxn modelId="{65D5546D-5E0F-41A9-B08F-242550A44E50}" type="presOf" srcId="{7DC7D695-DD32-4C24-8A31-1471E7268353}" destId="{03D82C2C-A1F1-4582-9774-D131A758CA91}" srcOrd="0" destOrd="0" presId="urn:microsoft.com/office/officeart/2005/8/layout/bProcess4"/>
    <dgm:cxn modelId="{582EDC51-D68A-4CA4-A642-A3C78FA0FAB7}" type="presOf" srcId="{188C4E64-923C-41AB-B5BE-4CCD3AA16347}" destId="{A7CF0704-AD1B-4A86-9853-75ED2D5F8A4A}" srcOrd="0" destOrd="0" presId="urn:microsoft.com/office/officeart/2005/8/layout/bProcess4"/>
    <dgm:cxn modelId="{5743DD74-94D9-466F-B27A-A151CA9DB1E5}" type="presOf" srcId="{EFB68A2A-EFB2-4C1D-80D6-AAD5DD8118CB}" destId="{E095CC86-C723-45CD-8BB1-EE7A0875FB4F}" srcOrd="0" destOrd="0" presId="urn:microsoft.com/office/officeart/2005/8/layout/bProcess4"/>
    <dgm:cxn modelId="{DC3B0958-E7A2-48D2-93CC-64AE16BC324B}" type="presOf" srcId="{C8BCA9DA-6CED-4078-8681-34C14EEFB358}" destId="{FCBB2CD8-023B-4DF0-BD32-E949C2C31434}" srcOrd="0" destOrd="0" presId="urn:microsoft.com/office/officeart/2005/8/layout/bProcess4"/>
    <dgm:cxn modelId="{CF2B9A85-08AA-47B3-8266-9BCE4F44D95A}" type="presOf" srcId="{E194F536-0949-43C3-A25E-BFD4C4FDF414}" destId="{088876BE-3B71-4528-A642-4D7BD3149792}" srcOrd="0" destOrd="0" presId="urn:microsoft.com/office/officeart/2005/8/layout/bProcess4"/>
    <dgm:cxn modelId="{47D3B2A5-D2B1-444E-A373-868AFE45B930}" srcId="{EEAA0EA7-8273-494E-A19A-30DC40195134}" destId="{7DC7D695-DD32-4C24-8A31-1471E7268353}" srcOrd="1" destOrd="0" parTransId="{FC212BD8-24EC-4884-BB01-649F0688A4B4}" sibTransId="{9AA98007-EEF2-459D-97BC-05B04ADF03DB}"/>
    <dgm:cxn modelId="{24F00FB0-94B9-4614-B521-3FA7B283F135}" srcId="{EEAA0EA7-8273-494E-A19A-30DC40195134}" destId="{4BAE041B-2A9F-4CC6-AD43-0917B7C62A87}" srcOrd="2" destOrd="0" parTransId="{7CF530D0-E7A1-4F94-AD3B-6770AE2E0A9E}" sibTransId="{85D343FE-EE44-4158-9C9E-1DAF73970886}"/>
    <dgm:cxn modelId="{842337BB-2702-4DAC-9D28-EB3EED901149}" srcId="{EEAA0EA7-8273-494E-A19A-30DC40195134}" destId="{E194F536-0949-43C3-A25E-BFD4C4FDF414}" srcOrd="3" destOrd="0" parTransId="{501D5A7B-2765-4E59-AA7E-38E6ADE4674B}" sibTransId="{4121A01A-60AA-46C7-B2A7-07A991BD06A5}"/>
    <dgm:cxn modelId="{135DA0BE-8AC5-4D39-840B-347206E40DBB}" type="presOf" srcId="{3526D6B3-E518-4DE3-96C9-8345F7428D52}" destId="{9BB90A2C-3DEE-41CD-81AC-FB3CDC4F89ED}" srcOrd="0" destOrd="0" presId="urn:microsoft.com/office/officeart/2005/8/layout/bProcess4"/>
    <dgm:cxn modelId="{77A77AC2-8424-41BB-BBD5-9E7CE6E1F5B7}" type="presOf" srcId="{8DC37A4E-0040-46BA-9FC1-E87486B397CB}" destId="{57CB8A3C-401B-4A2D-AAFD-09A0A92A09DD}" srcOrd="0" destOrd="0" presId="urn:microsoft.com/office/officeart/2005/8/layout/bProcess4"/>
    <dgm:cxn modelId="{EED09DC5-F6EC-4357-8404-886F42731327}" type="presOf" srcId="{28DAF8B6-127D-4AD4-B7F0-D9297C87E600}" destId="{4D81BDC8-5FBD-44B0-91A5-CAFB3AFB555C}" srcOrd="0" destOrd="0" presId="urn:microsoft.com/office/officeart/2005/8/layout/bProcess4"/>
    <dgm:cxn modelId="{6FF010C7-F993-4A1F-8FF9-DD28BD62A64A}" type="presOf" srcId="{BDF27BA2-0B40-4D97-ACDB-BC5FB1E2EDC7}" destId="{237285B0-AF46-488A-9B99-7AB83380C7BA}" srcOrd="0" destOrd="0" presId="urn:microsoft.com/office/officeart/2005/8/layout/bProcess4"/>
    <dgm:cxn modelId="{BC81BFCA-4D29-439D-BB36-6FA877E7C097}" srcId="{EEAA0EA7-8273-494E-A19A-30DC40195134}" destId="{89ABE4D2-DDC3-4731-9755-35F3DC59F3E0}" srcOrd="4" destOrd="0" parTransId="{17EF00C2-6AC4-44E0-8433-9DEC148439C8}" sibTransId="{9189C974-62B8-4B98-81D3-6AD82D3D71BD}"/>
    <dgm:cxn modelId="{F722E0E0-4555-4D20-8190-32EC25232E02}" srcId="{EEAA0EA7-8273-494E-A19A-30DC40195134}" destId="{EFB68A2A-EFB2-4C1D-80D6-AAD5DD8118CB}" srcOrd="7" destOrd="0" parTransId="{B7F5824D-595F-46D3-A2A3-C80BBE92458C}" sibTransId="{3526D6B3-E518-4DE3-96C9-8345F7428D52}"/>
    <dgm:cxn modelId="{2C693FE1-6A99-40BF-AC83-550DBB1EBF08}" srcId="{EEAA0EA7-8273-494E-A19A-30DC40195134}" destId="{BDF27BA2-0B40-4D97-ACDB-BC5FB1E2EDC7}" srcOrd="0" destOrd="0" parTransId="{D254DDC9-43C1-4DBB-A8BC-BD8C5E867F4A}" sibTransId="{8DC37A4E-0040-46BA-9FC1-E87486B397CB}"/>
    <dgm:cxn modelId="{920C42F8-A856-4283-9619-3475E6319B17}" type="presOf" srcId="{EEAA0EA7-8273-494E-A19A-30DC40195134}" destId="{F42229D8-38D2-4786-A319-340A40B219E8}" srcOrd="0" destOrd="0" presId="urn:microsoft.com/office/officeart/2005/8/layout/bProcess4"/>
    <dgm:cxn modelId="{56D9C2E7-7552-4A94-BFCD-E59964167BE3}" type="presParOf" srcId="{F42229D8-38D2-4786-A319-340A40B219E8}" destId="{939ADEE2-2DB3-4A64-92A5-F04F13E8FBE8}" srcOrd="0" destOrd="0" presId="urn:microsoft.com/office/officeart/2005/8/layout/bProcess4"/>
    <dgm:cxn modelId="{7F9C6160-AE46-4747-BE90-FF5E69D46C5F}" type="presParOf" srcId="{939ADEE2-2DB3-4A64-92A5-F04F13E8FBE8}" destId="{1D9AC2B4-5918-4DA8-9B0F-DF45117577A8}" srcOrd="0" destOrd="0" presId="urn:microsoft.com/office/officeart/2005/8/layout/bProcess4"/>
    <dgm:cxn modelId="{641175C2-0E58-4A2C-89F1-AA9F71284E3A}" type="presParOf" srcId="{939ADEE2-2DB3-4A64-92A5-F04F13E8FBE8}" destId="{237285B0-AF46-488A-9B99-7AB83380C7BA}" srcOrd="1" destOrd="0" presId="urn:microsoft.com/office/officeart/2005/8/layout/bProcess4"/>
    <dgm:cxn modelId="{2BDBE209-EDD3-41D5-A342-D19705B9D036}" type="presParOf" srcId="{F42229D8-38D2-4786-A319-340A40B219E8}" destId="{57CB8A3C-401B-4A2D-AAFD-09A0A92A09DD}" srcOrd="1" destOrd="0" presId="urn:microsoft.com/office/officeart/2005/8/layout/bProcess4"/>
    <dgm:cxn modelId="{79DDD937-EC0F-4276-99BF-9E8059517A76}" type="presParOf" srcId="{F42229D8-38D2-4786-A319-340A40B219E8}" destId="{FC1034A9-3EF9-4D63-A56F-7299FA17E336}" srcOrd="2" destOrd="0" presId="urn:microsoft.com/office/officeart/2005/8/layout/bProcess4"/>
    <dgm:cxn modelId="{39180C40-A737-45DC-BB1D-FEB8097559C6}" type="presParOf" srcId="{FC1034A9-3EF9-4D63-A56F-7299FA17E336}" destId="{1845AEEC-5ABE-498B-853E-7AF0E71DA591}" srcOrd="0" destOrd="0" presId="urn:microsoft.com/office/officeart/2005/8/layout/bProcess4"/>
    <dgm:cxn modelId="{19EA01CA-20FC-4F89-A223-C3BA0B461059}" type="presParOf" srcId="{FC1034A9-3EF9-4D63-A56F-7299FA17E336}" destId="{03D82C2C-A1F1-4582-9774-D131A758CA91}" srcOrd="1" destOrd="0" presId="urn:microsoft.com/office/officeart/2005/8/layout/bProcess4"/>
    <dgm:cxn modelId="{DD4C3FA1-76EE-47AF-8D95-6885C610B0E4}" type="presParOf" srcId="{F42229D8-38D2-4786-A319-340A40B219E8}" destId="{BD108EA0-F44A-4142-80B3-999858E75E9A}" srcOrd="3" destOrd="0" presId="urn:microsoft.com/office/officeart/2005/8/layout/bProcess4"/>
    <dgm:cxn modelId="{7E4E6C59-8953-417E-BC9C-4867A1F2FC96}" type="presParOf" srcId="{F42229D8-38D2-4786-A319-340A40B219E8}" destId="{0324C663-2D03-465F-BA0A-0B1D36343FAF}" srcOrd="4" destOrd="0" presId="urn:microsoft.com/office/officeart/2005/8/layout/bProcess4"/>
    <dgm:cxn modelId="{C6D4AEE1-B19A-4B39-9AC8-7EBAC387BE88}" type="presParOf" srcId="{0324C663-2D03-465F-BA0A-0B1D36343FAF}" destId="{1D20CEEC-3431-4065-8D9C-ED25B2EA5DBE}" srcOrd="0" destOrd="0" presId="urn:microsoft.com/office/officeart/2005/8/layout/bProcess4"/>
    <dgm:cxn modelId="{C7E2C34C-484B-4714-B62F-CDD3B3EE2340}" type="presParOf" srcId="{0324C663-2D03-465F-BA0A-0B1D36343FAF}" destId="{81D075D0-942A-462E-876A-9D151F777F67}" srcOrd="1" destOrd="0" presId="urn:microsoft.com/office/officeart/2005/8/layout/bProcess4"/>
    <dgm:cxn modelId="{C1F0C986-738E-46FB-BC4A-F8980B81DB7C}" type="presParOf" srcId="{F42229D8-38D2-4786-A319-340A40B219E8}" destId="{C3639E2D-0664-4C21-8235-DAA1E0950EAD}" srcOrd="5" destOrd="0" presId="urn:microsoft.com/office/officeart/2005/8/layout/bProcess4"/>
    <dgm:cxn modelId="{9601DCB6-E929-4CBE-A19B-6646EE8C0A7A}" type="presParOf" srcId="{F42229D8-38D2-4786-A319-340A40B219E8}" destId="{2FD515DC-DB3F-48A1-842A-4B7EA71A8FDE}" srcOrd="6" destOrd="0" presId="urn:microsoft.com/office/officeart/2005/8/layout/bProcess4"/>
    <dgm:cxn modelId="{E159D910-21BB-47F3-995C-FB507B99F9B5}" type="presParOf" srcId="{2FD515DC-DB3F-48A1-842A-4B7EA71A8FDE}" destId="{17F40C6D-1DA5-4A58-A833-94980EFB8159}" srcOrd="0" destOrd="0" presId="urn:microsoft.com/office/officeart/2005/8/layout/bProcess4"/>
    <dgm:cxn modelId="{D8CB3FF1-2E3F-4201-9FBE-E02C9956EE5D}" type="presParOf" srcId="{2FD515DC-DB3F-48A1-842A-4B7EA71A8FDE}" destId="{088876BE-3B71-4528-A642-4D7BD3149792}" srcOrd="1" destOrd="0" presId="urn:microsoft.com/office/officeart/2005/8/layout/bProcess4"/>
    <dgm:cxn modelId="{94435F2D-E044-48BF-A7A3-8FED2D2E98BC}" type="presParOf" srcId="{F42229D8-38D2-4786-A319-340A40B219E8}" destId="{E463AE5A-C20B-4ED2-82CF-18304D969007}" srcOrd="7" destOrd="0" presId="urn:microsoft.com/office/officeart/2005/8/layout/bProcess4"/>
    <dgm:cxn modelId="{7BFEEF0C-5622-4433-8695-70836E48281E}" type="presParOf" srcId="{F42229D8-38D2-4786-A319-340A40B219E8}" destId="{4D4B0AED-5FA8-47A7-8087-F23BB9B86A75}" srcOrd="8" destOrd="0" presId="urn:microsoft.com/office/officeart/2005/8/layout/bProcess4"/>
    <dgm:cxn modelId="{11EA6A37-C079-48B2-BA7C-F8196D108207}" type="presParOf" srcId="{4D4B0AED-5FA8-47A7-8087-F23BB9B86A75}" destId="{9C440744-4B91-40B6-B1FF-80B67D44DC32}" srcOrd="0" destOrd="0" presId="urn:microsoft.com/office/officeart/2005/8/layout/bProcess4"/>
    <dgm:cxn modelId="{73FD1955-2D6D-478A-912F-D9EDFDEA85EE}" type="presParOf" srcId="{4D4B0AED-5FA8-47A7-8087-F23BB9B86A75}" destId="{821EE5E2-D28E-4796-9FB2-5334DA942067}" srcOrd="1" destOrd="0" presId="urn:microsoft.com/office/officeart/2005/8/layout/bProcess4"/>
    <dgm:cxn modelId="{43554725-8F26-4955-98BF-C11F68BAE687}" type="presParOf" srcId="{F42229D8-38D2-4786-A319-340A40B219E8}" destId="{CA5CCFFC-8B81-4ADF-9D07-C38AAE971213}" srcOrd="9" destOrd="0" presId="urn:microsoft.com/office/officeart/2005/8/layout/bProcess4"/>
    <dgm:cxn modelId="{38449D94-7AD2-40D1-8BCF-C9F5635ABEEC}" type="presParOf" srcId="{F42229D8-38D2-4786-A319-340A40B219E8}" destId="{8C30C201-EF44-4062-B73D-8E78A7B82E06}" srcOrd="10" destOrd="0" presId="urn:microsoft.com/office/officeart/2005/8/layout/bProcess4"/>
    <dgm:cxn modelId="{B5A012B4-38AF-4115-B991-2D70E92D1AEC}" type="presParOf" srcId="{8C30C201-EF44-4062-B73D-8E78A7B82E06}" destId="{43A0EF62-4C65-47C5-96BB-40D2127CE218}" srcOrd="0" destOrd="0" presId="urn:microsoft.com/office/officeart/2005/8/layout/bProcess4"/>
    <dgm:cxn modelId="{726F7A38-00ED-45B4-B47F-1DFD6D7AACDB}" type="presParOf" srcId="{8C30C201-EF44-4062-B73D-8E78A7B82E06}" destId="{A7CF0704-AD1B-4A86-9853-75ED2D5F8A4A}" srcOrd="1" destOrd="0" presId="urn:microsoft.com/office/officeart/2005/8/layout/bProcess4"/>
    <dgm:cxn modelId="{5E2C0E4C-C155-4CEB-8314-BA07C97410A9}" type="presParOf" srcId="{F42229D8-38D2-4786-A319-340A40B219E8}" destId="{8E2CC7AB-E24B-4EB2-83A3-1F94D5F68D73}" srcOrd="11" destOrd="0" presId="urn:microsoft.com/office/officeart/2005/8/layout/bProcess4"/>
    <dgm:cxn modelId="{500E974B-7AE0-427E-AFBC-C4BF3F8F70DB}" type="presParOf" srcId="{F42229D8-38D2-4786-A319-340A40B219E8}" destId="{9FDCD3A9-1F02-47C8-811F-1DAB325DE91A}" srcOrd="12" destOrd="0" presId="urn:microsoft.com/office/officeart/2005/8/layout/bProcess4"/>
    <dgm:cxn modelId="{9C7AAF1D-B34B-4031-BF0B-1AA32D7F64C5}" type="presParOf" srcId="{9FDCD3A9-1F02-47C8-811F-1DAB325DE91A}" destId="{5203384B-181D-497D-8FDC-3E6D763577E5}" srcOrd="0" destOrd="0" presId="urn:microsoft.com/office/officeart/2005/8/layout/bProcess4"/>
    <dgm:cxn modelId="{026F050A-B471-4BDF-B0D3-D789FF00FC39}" type="presParOf" srcId="{9FDCD3A9-1F02-47C8-811F-1DAB325DE91A}" destId="{477CCB7F-5E71-4856-8832-2301DAB77D54}" srcOrd="1" destOrd="0" presId="urn:microsoft.com/office/officeart/2005/8/layout/bProcess4"/>
    <dgm:cxn modelId="{E41D19DF-7E38-40CC-A90A-23DBC271DC27}" type="presParOf" srcId="{F42229D8-38D2-4786-A319-340A40B219E8}" destId="{FCBB2CD8-023B-4DF0-BD32-E949C2C31434}" srcOrd="13" destOrd="0" presId="urn:microsoft.com/office/officeart/2005/8/layout/bProcess4"/>
    <dgm:cxn modelId="{E1F2F168-A295-4E2A-AD1A-0A5645D6A655}" type="presParOf" srcId="{F42229D8-38D2-4786-A319-340A40B219E8}" destId="{3FB62BFF-E4F3-4176-832B-C131B2EF3E5D}" srcOrd="14" destOrd="0" presId="urn:microsoft.com/office/officeart/2005/8/layout/bProcess4"/>
    <dgm:cxn modelId="{1C272B3B-CF80-4979-9178-C0EE3DA399E6}" type="presParOf" srcId="{3FB62BFF-E4F3-4176-832B-C131B2EF3E5D}" destId="{EB45DA29-4979-4688-B2C1-7C79D40C6716}" srcOrd="0" destOrd="0" presId="urn:microsoft.com/office/officeart/2005/8/layout/bProcess4"/>
    <dgm:cxn modelId="{2BAF1B5E-1099-4D98-A471-BFE969C05B38}" type="presParOf" srcId="{3FB62BFF-E4F3-4176-832B-C131B2EF3E5D}" destId="{E095CC86-C723-45CD-8BB1-EE7A0875FB4F}" srcOrd="1" destOrd="0" presId="urn:microsoft.com/office/officeart/2005/8/layout/bProcess4"/>
    <dgm:cxn modelId="{AAC4DF03-EC3D-4025-AD3E-374F3263D762}" type="presParOf" srcId="{F42229D8-38D2-4786-A319-340A40B219E8}" destId="{9BB90A2C-3DEE-41CD-81AC-FB3CDC4F89ED}" srcOrd="15" destOrd="0" presId="urn:microsoft.com/office/officeart/2005/8/layout/bProcess4"/>
    <dgm:cxn modelId="{6213051D-484A-472D-BAAB-E2DE0FC0D4EE}" type="presParOf" srcId="{F42229D8-38D2-4786-A319-340A40B219E8}" destId="{55FFC4E2-9564-4DAB-BB8B-F8FDAF080D77}" srcOrd="16" destOrd="0" presId="urn:microsoft.com/office/officeart/2005/8/layout/bProcess4"/>
    <dgm:cxn modelId="{67C1F797-BFAB-4A78-99BF-E5A48A40CE2E}" type="presParOf" srcId="{55FFC4E2-9564-4DAB-BB8B-F8FDAF080D77}" destId="{501C32C7-709E-4349-A8ED-FF187C972629}" srcOrd="0" destOrd="0" presId="urn:microsoft.com/office/officeart/2005/8/layout/bProcess4"/>
    <dgm:cxn modelId="{41A25D1E-A27B-4B61-9BB0-041BB290E06B}" type="presParOf" srcId="{55FFC4E2-9564-4DAB-BB8B-F8FDAF080D77}" destId="{4D81BDC8-5FBD-44B0-91A5-CAFB3AFB555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0CB7125-FE75-4CFD-B1B8-5B6CEBB9026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28784B-461D-4FC3-B6CC-8A6D49D9C9B2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Digital Certificates </a:t>
          </a:r>
          <a:r>
            <a:rPr lang="en-US" sz="2400" dirty="0"/>
            <a:t>establish 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Ownership</a:t>
          </a:r>
          <a:r>
            <a:rPr lang="en-US" sz="2400" dirty="0"/>
            <a:t> of a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</a:t>
          </a:r>
        </a:p>
      </dgm:t>
    </dgm:pt>
    <dgm:pt modelId="{8B30D4CE-4B7D-464A-B1F9-0DA38D5100CE}" type="parTrans" cxnId="{07CF9FA6-A8FE-4E2A-ABF9-58D31F3D0666}">
      <dgm:prSet/>
      <dgm:spPr/>
      <dgm:t>
        <a:bodyPr/>
        <a:lstStyle/>
        <a:p>
          <a:endParaRPr lang="en-US" sz="2400"/>
        </a:p>
      </dgm:t>
    </dgm:pt>
    <dgm:pt modelId="{57E049C1-75C9-4561-A135-EED34E89B470}" type="sibTrans" cxnId="{07CF9FA6-A8FE-4E2A-ABF9-58D31F3D0666}">
      <dgm:prSet/>
      <dgm:spPr/>
      <dgm:t>
        <a:bodyPr/>
        <a:lstStyle/>
        <a:p>
          <a:endParaRPr lang="en-US" sz="2400"/>
        </a:p>
      </dgm:t>
    </dgm:pt>
    <dgm:pt modelId="{80DC79BC-CB8D-4D8B-86F2-36B6091789EA}">
      <dgm:prSet custT="1"/>
      <dgm:spPr/>
      <dgm:t>
        <a:bodyPr/>
        <a:lstStyle/>
        <a:p>
          <a:pPr rtl="0"/>
          <a:r>
            <a:rPr lang="en-US" sz="2400" dirty="0"/>
            <a:t>Can be attached to a </a:t>
          </a:r>
          <a:r>
            <a:rPr lang="en-US" sz="2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Person</a:t>
          </a:r>
          <a:r>
            <a:rPr lang="en-US" sz="2000" dirty="0"/>
            <a:t>, </a:t>
          </a:r>
          <a:r>
            <a:rPr lang="en-US" sz="2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</a:t>
          </a:r>
          <a:r>
            <a:rPr lang="en-US" sz="2000" dirty="0"/>
            <a:t>, or </a:t>
          </a:r>
          <a:r>
            <a:rPr lang="en-US" sz="2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Service</a:t>
          </a:r>
          <a:r>
            <a:rPr lang="en-US" sz="2000" b="0" i="0" u="none" dirty="0">
              <a:effectLst/>
            </a:rPr>
            <a:t>, </a:t>
          </a:r>
          <a:r>
            <a:rPr lang="en-US" sz="2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Company</a:t>
          </a:r>
          <a:endParaRPr lang="en-US" sz="2400" b="1" i="1" u="sng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7F5A4EE-B8C4-409C-8C3B-6DCEB8C533C5}" type="parTrans" cxnId="{17D0801D-681B-491B-A4AA-59ED66836166}">
      <dgm:prSet/>
      <dgm:spPr/>
      <dgm:t>
        <a:bodyPr/>
        <a:lstStyle/>
        <a:p>
          <a:endParaRPr lang="en-US" sz="2400"/>
        </a:p>
      </dgm:t>
    </dgm:pt>
    <dgm:pt modelId="{8FE3EBFF-390B-4944-BEA8-CED41EBF1E50}" type="sibTrans" cxnId="{17D0801D-681B-491B-A4AA-59ED66836166}">
      <dgm:prSet/>
      <dgm:spPr/>
      <dgm:t>
        <a:bodyPr/>
        <a:lstStyle/>
        <a:p>
          <a:endParaRPr lang="en-US" sz="2400"/>
        </a:p>
      </dgm:t>
    </dgm:pt>
    <dgm:pt modelId="{9E09D515-0B45-4584-94CB-FB0A53B88D03}">
      <dgm:prSet custT="1"/>
      <dgm:spPr/>
      <dgm:t>
        <a:bodyPr/>
        <a:lstStyle/>
        <a:p>
          <a:pPr rtl="0"/>
          <a:r>
            <a:rPr lang="en-US" sz="2400" dirty="0"/>
            <a:t>Certificates are issued under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Specific Rules 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 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PKCS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-&gt; </a:t>
          </a:r>
          <a:r>
            <a:rPr lang="en-US" sz="2400" b="1" i="1" u="sng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PKI</a:t>
          </a:r>
          <a:r>
            <a:rPr lang="en-US" sz="24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gm:t>
    </dgm:pt>
    <dgm:pt modelId="{7974EF3F-0E8D-40E6-B116-5B487B3AF896}" type="parTrans" cxnId="{DEA601A0-92DD-4714-AA79-0A9A0BE16640}">
      <dgm:prSet/>
      <dgm:spPr/>
      <dgm:t>
        <a:bodyPr/>
        <a:lstStyle/>
        <a:p>
          <a:endParaRPr lang="en-US" sz="2400"/>
        </a:p>
      </dgm:t>
    </dgm:pt>
    <dgm:pt modelId="{F9B11756-0741-41AB-8C2F-D5963FFF2AB6}" type="sibTrans" cxnId="{DEA601A0-92DD-4714-AA79-0A9A0BE16640}">
      <dgm:prSet/>
      <dgm:spPr/>
      <dgm:t>
        <a:bodyPr/>
        <a:lstStyle/>
        <a:p>
          <a:endParaRPr lang="en-US" sz="2400"/>
        </a:p>
      </dgm:t>
    </dgm:pt>
    <dgm:pt modelId="{908CA833-2D0D-4420-AFA6-D3FA46AC9615}">
      <dgm:prSet custT="1"/>
      <dgm:spPr/>
      <dgm:t>
        <a:bodyPr/>
        <a:lstStyle/>
        <a:p>
          <a:pPr rtl="0"/>
          <a:r>
            <a:rPr lang="en-US" sz="2400" dirty="0"/>
            <a:t>Used in many applications such as </a:t>
          </a:r>
          <a:r>
            <a:rPr lang="en-US" sz="24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E-Commerce</a:t>
          </a:r>
        </a:p>
      </dgm:t>
    </dgm:pt>
    <dgm:pt modelId="{D23E2672-6BBF-4DA0-9FBE-8DC32668B40B}" type="parTrans" cxnId="{0CB0780D-060A-4781-931F-09A14962327E}">
      <dgm:prSet/>
      <dgm:spPr/>
      <dgm:t>
        <a:bodyPr/>
        <a:lstStyle/>
        <a:p>
          <a:endParaRPr lang="en-US" sz="2400"/>
        </a:p>
      </dgm:t>
    </dgm:pt>
    <dgm:pt modelId="{1D213A85-C9A0-4CC3-88B6-365288DEA3B3}" type="sibTrans" cxnId="{0CB0780D-060A-4781-931F-09A14962327E}">
      <dgm:prSet/>
      <dgm:spPr/>
      <dgm:t>
        <a:bodyPr/>
        <a:lstStyle/>
        <a:p>
          <a:endParaRPr lang="en-US" sz="2400"/>
        </a:p>
      </dgm:t>
    </dgm:pt>
    <dgm:pt modelId="{20AD1CA7-0C8E-4A9D-BFF6-6F8C4E911F57}" type="pres">
      <dgm:prSet presAssocID="{30CB7125-FE75-4CFD-B1B8-5B6CEBB90262}" presName="Name0" presStyleCnt="0">
        <dgm:presLayoutVars>
          <dgm:chMax val="7"/>
          <dgm:chPref val="7"/>
          <dgm:dir/>
        </dgm:presLayoutVars>
      </dgm:prSet>
      <dgm:spPr/>
    </dgm:pt>
    <dgm:pt modelId="{1D8F5A88-7A00-48E9-9A63-E5C6846E2CCD}" type="pres">
      <dgm:prSet presAssocID="{30CB7125-FE75-4CFD-B1B8-5B6CEBB90262}" presName="Name1" presStyleCnt="0"/>
      <dgm:spPr/>
    </dgm:pt>
    <dgm:pt modelId="{EE5BE57F-C829-4DB8-AE95-E102AEC36AD8}" type="pres">
      <dgm:prSet presAssocID="{30CB7125-FE75-4CFD-B1B8-5B6CEBB90262}" presName="cycle" presStyleCnt="0"/>
      <dgm:spPr/>
    </dgm:pt>
    <dgm:pt modelId="{9633BFBA-4524-4F3A-A0DE-76089DC67292}" type="pres">
      <dgm:prSet presAssocID="{30CB7125-FE75-4CFD-B1B8-5B6CEBB90262}" presName="srcNode" presStyleLbl="node1" presStyleIdx="0" presStyleCnt="4"/>
      <dgm:spPr/>
    </dgm:pt>
    <dgm:pt modelId="{14AFB091-CF97-4FAC-82FB-4F4E3CCD8304}" type="pres">
      <dgm:prSet presAssocID="{30CB7125-FE75-4CFD-B1B8-5B6CEBB90262}" presName="conn" presStyleLbl="parChTrans1D2" presStyleIdx="0" presStyleCnt="1"/>
      <dgm:spPr/>
    </dgm:pt>
    <dgm:pt modelId="{AD0A4F4B-B47F-4BBE-8145-DC82B8CC33A2}" type="pres">
      <dgm:prSet presAssocID="{30CB7125-FE75-4CFD-B1B8-5B6CEBB90262}" presName="extraNode" presStyleLbl="node1" presStyleIdx="0" presStyleCnt="4"/>
      <dgm:spPr/>
    </dgm:pt>
    <dgm:pt modelId="{DAD67693-4DA1-48A8-B4B2-0CCF504673C6}" type="pres">
      <dgm:prSet presAssocID="{30CB7125-FE75-4CFD-B1B8-5B6CEBB90262}" presName="dstNode" presStyleLbl="node1" presStyleIdx="0" presStyleCnt="4"/>
      <dgm:spPr/>
    </dgm:pt>
    <dgm:pt modelId="{1E92A9FD-DFB2-452C-8460-5D06EDC2E276}" type="pres">
      <dgm:prSet presAssocID="{3A28784B-461D-4FC3-B6CC-8A6D49D9C9B2}" presName="text_1" presStyleLbl="node1" presStyleIdx="0" presStyleCnt="4">
        <dgm:presLayoutVars>
          <dgm:bulletEnabled val="1"/>
        </dgm:presLayoutVars>
      </dgm:prSet>
      <dgm:spPr/>
    </dgm:pt>
    <dgm:pt modelId="{CE60EC38-83DB-4F44-9728-194B6274B38A}" type="pres">
      <dgm:prSet presAssocID="{3A28784B-461D-4FC3-B6CC-8A6D49D9C9B2}" presName="accent_1" presStyleCnt="0"/>
      <dgm:spPr/>
    </dgm:pt>
    <dgm:pt modelId="{0EDAEE43-8C75-4438-ABF2-FB366FDC1FA2}" type="pres">
      <dgm:prSet presAssocID="{3A28784B-461D-4FC3-B6CC-8A6D49D9C9B2}" presName="accentRepeatNode" presStyleLbl="solidFgAcc1" presStyleIdx="0" presStyleCnt="4"/>
      <dgm:spPr/>
    </dgm:pt>
    <dgm:pt modelId="{95A6AFFA-2B9F-4E14-B9BC-1DC1B84DE13C}" type="pres">
      <dgm:prSet presAssocID="{80DC79BC-CB8D-4D8B-86F2-36B6091789EA}" presName="text_2" presStyleLbl="node1" presStyleIdx="1" presStyleCnt="4">
        <dgm:presLayoutVars>
          <dgm:bulletEnabled val="1"/>
        </dgm:presLayoutVars>
      </dgm:prSet>
      <dgm:spPr/>
    </dgm:pt>
    <dgm:pt modelId="{12F5D500-435C-4BA3-8F13-8373836FF10F}" type="pres">
      <dgm:prSet presAssocID="{80DC79BC-CB8D-4D8B-86F2-36B6091789EA}" presName="accent_2" presStyleCnt="0"/>
      <dgm:spPr/>
    </dgm:pt>
    <dgm:pt modelId="{8545EFE4-7340-4946-A333-EA931EC4D4AC}" type="pres">
      <dgm:prSet presAssocID="{80DC79BC-CB8D-4D8B-86F2-36B6091789EA}" presName="accentRepeatNode" presStyleLbl="solidFgAcc1" presStyleIdx="1" presStyleCnt="4"/>
      <dgm:spPr/>
    </dgm:pt>
    <dgm:pt modelId="{DD0EB8D8-A414-4F86-93FD-3A85D49E48BC}" type="pres">
      <dgm:prSet presAssocID="{9E09D515-0B45-4584-94CB-FB0A53B88D03}" presName="text_3" presStyleLbl="node1" presStyleIdx="2" presStyleCnt="4">
        <dgm:presLayoutVars>
          <dgm:bulletEnabled val="1"/>
        </dgm:presLayoutVars>
      </dgm:prSet>
      <dgm:spPr/>
    </dgm:pt>
    <dgm:pt modelId="{4E19DF0E-E5AA-4960-9F0E-5EEB8EBC3A46}" type="pres">
      <dgm:prSet presAssocID="{9E09D515-0B45-4584-94CB-FB0A53B88D03}" presName="accent_3" presStyleCnt="0"/>
      <dgm:spPr/>
    </dgm:pt>
    <dgm:pt modelId="{235CFAC0-10C6-438C-8F3C-8AFC910D0487}" type="pres">
      <dgm:prSet presAssocID="{9E09D515-0B45-4584-94CB-FB0A53B88D03}" presName="accentRepeatNode" presStyleLbl="solidFgAcc1" presStyleIdx="2" presStyleCnt="4"/>
      <dgm:spPr/>
    </dgm:pt>
    <dgm:pt modelId="{C77F76F4-90D7-4F86-9C7C-35F4F4FDE78B}" type="pres">
      <dgm:prSet presAssocID="{908CA833-2D0D-4420-AFA6-D3FA46AC9615}" presName="text_4" presStyleLbl="node1" presStyleIdx="3" presStyleCnt="4">
        <dgm:presLayoutVars>
          <dgm:bulletEnabled val="1"/>
        </dgm:presLayoutVars>
      </dgm:prSet>
      <dgm:spPr/>
    </dgm:pt>
    <dgm:pt modelId="{95FE00EE-DB6D-4DE9-ACC5-5B577900EF12}" type="pres">
      <dgm:prSet presAssocID="{908CA833-2D0D-4420-AFA6-D3FA46AC9615}" presName="accent_4" presStyleCnt="0"/>
      <dgm:spPr/>
    </dgm:pt>
    <dgm:pt modelId="{51560AFA-74BD-470C-8D0C-2F837E89D887}" type="pres">
      <dgm:prSet presAssocID="{908CA833-2D0D-4420-AFA6-D3FA46AC9615}" presName="accentRepeatNode" presStyleLbl="solidFgAcc1" presStyleIdx="3" presStyleCnt="4"/>
      <dgm:spPr/>
    </dgm:pt>
  </dgm:ptLst>
  <dgm:cxnLst>
    <dgm:cxn modelId="{0CB0780D-060A-4781-931F-09A14962327E}" srcId="{30CB7125-FE75-4CFD-B1B8-5B6CEBB90262}" destId="{908CA833-2D0D-4420-AFA6-D3FA46AC9615}" srcOrd="3" destOrd="0" parTransId="{D23E2672-6BBF-4DA0-9FBE-8DC32668B40B}" sibTransId="{1D213A85-C9A0-4CC3-88B6-365288DEA3B3}"/>
    <dgm:cxn modelId="{17D0801D-681B-491B-A4AA-59ED66836166}" srcId="{30CB7125-FE75-4CFD-B1B8-5B6CEBB90262}" destId="{80DC79BC-CB8D-4D8B-86F2-36B6091789EA}" srcOrd="1" destOrd="0" parTransId="{D7F5A4EE-B8C4-409C-8C3B-6DCEB8C533C5}" sibTransId="{8FE3EBFF-390B-4944-BEA8-CED41EBF1E50}"/>
    <dgm:cxn modelId="{CA052526-34D1-4AFF-B218-5E3342713E14}" type="presOf" srcId="{9E09D515-0B45-4584-94CB-FB0A53B88D03}" destId="{DD0EB8D8-A414-4F86-93FD-3A85D49E48BC}" srcOrd="0" destOrd="0" presId="urn:microsoft.com/office/officeart/2008/layout/VerticalCurvedList"/>
    <dgm:cxn modelId="{D3419587-B1E4-4DC8-BF6C-05EC65232A81}" type="presOf" srcId="{80DC79BC-CB8D-4D8B-86F2-36B6091789EA}" destId="{95A6AFFA-2B9F-4E14-B9BC-1DC1B84DE13C}" srcOrd="0" destOrd="0" presId="urn:microsoft.com/office/officeart/2008/layout/VerticalCurvedList"/>
    <dgm:cxn modelId="{DEA601A0-92DD-4714-AA79-0A9A0BE16640}" srcId="{30CB7125-FE75-4CFD-B1B8-5B6CEBB90262}" destId="{9E09D515-0B45-4584-94CB-FB0A53B88D03}" srcOrd="2" destOrd="0" parTransId="{7974EF3F-0E8D-40E6-B116-5B487B3AF896}" sibTransId="{F9B11756-0741-41AB-8C2F-D5963FFF2AB6}"/>
    <dgm:cxn modelId="{07CF9FA6-A8FE-4E2A-ABF9-58D31F3D0666}" srcId="{30CB7125-FE75-4CFD-B1B8-5B6CEBB90262}" destId="{3A28784B-461D-4FC3-B6CC-8A6D49D9C9B2}" srcOrd="0" destOrd="0" parTransId="{8B30D4CE-4B7D-464A-B1F9-0DA38D5100CE}" sibTransId="{57E049C1-75C9-4561-A135-EED34E89B470}"/>
    <dgm:cxn modelId="{A812D5AF-51B5-4DCB-86D8-4930DC67F22A}" type="presOf" srcId="{30CB7125-FE75-4CFD-B1B8-5B6CEBB90262}" destId="{20AD1CA7-0C8E-4A9D-BFF6-6F8C4E911F57}" srcOrd="0" destOrd="0" presId="urn:microsoft.com/office/officeart/2008/layout/VerticalCurvedList"/>
    <dgm:cxn modelId="{18F851C7-636C-4072-8987-1DA3322B0D26}" type="presOf" srcId="{57E049C1-75C9-4561-A135-EED34E89B470}" destId="{14AFB091-CF97-4FAC-82FB-4F4E3CCD8304}" srcOrd="0" destOrd="0" presId="urn:microsoft.com/office/officeart/2008/layout/VerticalCurvedList"/>
    <dgm:cxn modelId="{65D0C0DF-36A8-4E14-920F-347AD19F0603}" type="presOf" srcId="{908CA833-2D0D-4420-AFA6-D3FA46AC9615}" destId="{C77F76F4-90D7-4F86-9C7C-35F4F4FDE78B}" srcOrd="0" destOrd="0" presId="urn:microsoft.com/office/officeart/2008/layout/VerticalCurvedList"/>
    <dgm:cxn modelId="{81D02AF5-DF54-4A44-B124-E5F4578D1B3E}" type="presOf" srcId="{3A28784B-461D-4FC3-B6CC-8A6D49D9C9B2}" destId="{1E92A9FD-DFB2-452C-8460-5D06EDC2E276}" srcOrd="0" destOrd="0" presId="urn:microsoft.com/office/officeart/2008/layout/VerticalCurvedList"/>
    <dgm:cxn modelId="{6B27B459-8E61-4EF7-B35D-CBCA6DEFE979}" type="presParOf" srcId="{20AD1CA7-0C8E-4A9D-BFF6-6F8C4E911F57}" destId="{1D8F5A88-7A00-48E9-9A63-E5C6846E2CCD}" srcOrd="0" destOrd="0" presId="urn:microsoft.com/office/officeart/2008/layout/VerticalCurvedList"/>
    <dgm:cxn modelId="{377B281F-6C35-4928-B320-3B55438984D6}" type="presParOf" srcId="{1D8F5A88-7A00-48E9-9A63-E5C6846E2CCD}" destId="{EE5BE57F-C829-4DB8-AE95-E102AEC36AD8}" srcOrd="0" destOrd="0" presId="urn:microsoft.com/office/officeart/2008/layout/VerticalCurvedList"/>
    <dgm:cxn modelId="{6DA4BA64-67EB-480F-9AE2-3526305E3C59}" type="presParOf" srcId="{EE5BE57F-C829-4DB8-AE95-E102AEC36AD8}" destId="{9633BFBA-4524-4F3A-A0DE-76089DC67292}" srcOrd="0" destOrd="0" presId="urn:microsoft.com/office/officeart/2008/layout/VerticalCurvedList"/>
    <dgm:cxn modelId="{D3E0924F-34E4-4A17-9103-8F7BF78A5F52}" type="presParOf" srcId="{EE5BE57F-C829-4DB8-AE95-E102AEC36AD8}" destId="{14AFB091-CF97-4FAC-82FB-4F4E3CCD8304}" srcOrd="1" destOrd="0" presId="urn:microsoft.com/office/officeart/2008/layout/VerticalCurvedList"/>
    <dgm:cxn modelId="{6C59741A-2399-4776-B794-196CA8661701}" type="presParOf" srcId="{EE5BE57F-C829-4DB8-AE95-E102AEC36AD8}" destId="{AD0A4F4B-B47F-4BBE-8145-DC82B8CC33A2}" srcOrd="2" destOrd="0" presId="urn:microsoft.com/office/officeart/2008/layout/VerticalCurvedList"/>
    <dgm:cxn modelId="{D61A78FE-58C7-4A44-AF34-6F8588C32829}" type="presParOf" srcId="{EE5BE57F-C829-4DB8-AE95-E102AEC36AD8}" destId="{DAD67693-4DA1-48A8-B4B2-0CCF504673C6}" srcOrd="3" destOrd="0" presId="urn:microsoft.com/office/officeart/2008/layout/VerticalCurvedList"/>
    <dgm:cxn modelId="{35740D40-B337-4A47-8785-C2B00104E1C6}" type="presParOf" srcId="{1D8F5A88-7A00-48E9-9A63-E5C6846E2CCD}" destId="{1E92A9FD-DFB2-452C-8460-5D06EDC2E276}" srcOrd="1" destOrd="0" presId="urn:microsoft.com/office/officeart/2008/layout/VerticalCurvedList"/>
    <dgm:cxn modelId="{1E56F745-40B1-4B07-B35A-566D3CA8FA36}" type="presParOf" srcId="{1D8F5A88-7A00-48E9-9A63-E5C6846E2CCD}" destId="{CE60EC38-83DB-4F44-9728-194B6274B38A}" srcOrd="2" destOrd="0" presId="urn:microsoft.com/office/officeart/2008/layout/VerticalCurvedList"/>
    <dgm:cxn modelId="{CD072BA6-55E0-4469-BB2E-F8225639F860}" type="presParOf" srcId="{CE60EC38-83DB-4F44-9728-194B6274B38A}" destId="{0EDAEE43-8C75-4438-ABF2-FB366FDC1FA2}" srcOrd="0" destOrd="0" presId="urn:microsoft.com/office/officeart/2008/layout/VerticalCurvedList"/>
    <dgm:cxn modelId="{E89FEF18-C930-4612-8BF4-B5E9A099982A}" type="presParOf" srcId="{1D8F5A88-7A00-48E9-9A63-E5C6846E2CCD}" destId="{95A6AFFA-2B9F-4E14-B9BC-1DC1B84DE13C}" srcOrd="3" destOrd="0" presId="urn:microsoft.com/office/officeart/2008/layout/VerticalCurvedList"/>
    <dgm:cxn modelId="{400BDC09-E28F-46C1-BC7A-03DA8CF76D51}" type="presParOf" srcId="{1D8F5A88-7A00-48E9-9A63-E5C6846E2CCD}" destId="{12F5D500-435C-4BA3-8F13-8373836FF10F}" srcOrd="4" destOrd="0" presId="urn:microsoft.com/office/officeart/2008/layout/VerticalCurvedList"/>
    <dgm:cxn modelId="{BA2FE251-0AD7-459A-92BE-14E9D7C40B01}" type="presParOf" srcId="{12F5D500-435C-4BA3-8F13-8373836FF10F}" destId="{8545EFE4-7340-4946-A333-EA931EC4D4AC}" srcOrd="0" destOrd="0" presId="urn:microsoft.com/office/officeart/2008/layout/VerticalCurvedList"/>
    <dgm:cxn modelId="{2F1D3D71-B43A-40CC-9366-6691C94C98F3}" type="presParOf" srcId="{1D8F5A88-7A00-48E9-9A63-E5C6846E2CCD}" destId="{DD0EB8D8-A414-4F86-93FD-3A85D49E48BC}" srcOrd="5" destOrd="0" presId="urn:microsoft.com/office/officeart/2008/layout/VerticalCurvedList"/>
    <dgm:cxn modelId="{587F2406-D6D5-4C85-A4A9-10686E58E5C4}" type="presParOf" srcId="{1D8F5A88-7A00-48E9-9A63-E5C6846E2CCD}" destId="{4E19DF0E-E5AA-4960-9F0E-5EEB8EBC3A46}" srcOrd="6" destOrd="0" presId="urn:microsoft.com/office/officeart/2008/layout/VerticalCurvedList"/>
    <dgm:cxn modelId="{CD8B7ABC-BABB-479D-92CF-75E4E7EAEB78}" type="presParOf" srcId="{4E19DF0E-E5AA-4960-9F0E-5EEB8EBC3A46}" destId="{235CFAC0-10C6-438C-8F3C-8AFC910D0487}" srcOrd="0" destOrd="0" presId="urn:microsoft.com/office/officeart/2008/layout/VerticalCurvedList"/>
    <dgm:cxn modelId="{9B8056FB-60E3-4A6A-ACBD-754461B980A3}" type="presParOf" srcId="{1D8F5A88-7A00-48E9-9A63-E5C6846E2CCD}" destId="{C77F76F4-90D7-4F86-9C7C-35F4F4FDE78B}" srcOrd="7" destOrd="0" presId="urn:microsoft.com/office/officeart/2008/layout/VerticalCurvedList"/>
    <dgm:cxn modelId="{BAD0AD45-229C-4326-BBE6-C700C4123B1B}" type="presParOf" srcId="{1D8F5A88-7A00-48E9-9A63-E5C6846E2CCD}" destId="{95FE00EE-DB6D-4DE9-ACC5-5B577900EF12}" srcOrd="8" destOrd="0" presId="urn:microsoft.com/office/officeart/2008/layout/VerticalCurvedList"/>
    <dgm:cxn modelId="{74BE3678-19C8-443A-8829-0905B1A5AE0A}" type="presParOf" srcId="{95FE00EE-DB6D-4DE9-ACC5-5B577900EF12}" destId="{51560AFA-74BD-470C-8D0C-2F837E89D88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A464318-712D-4B9D-9133-FF0C9CC1BAD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78E558-C183-4761-B81B-198A8FEC7E5D}">
      <dgm:prSet custT="1"/>
      <dgm:spPr/>
      <dgm:t>
        <a:bodyPr/>
        <a:lstStyle/>
        <a:p>
          <a:pPr rtl="0"/>
          <a:r>
            <a:rPr lang="en-US" sz="2400" dirty="0"/>
            <a:t>A 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Certification Authority </a:t>
          </a:r>
          <a:r>
            <a:rPr lang="en-US" sz="2400" dirty="0"/>
            <a:t>(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dirty="0"/>
            <a:t>) handles digital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Certificates</a:t>
          </a:r>
          <a:r>
            <a:rPr lang="en-US" sz="2400" dirty="0"/>
            <a:t>.</a:t>
          </a:r>
        </a:p>
      </dgm:t>
    </dgm:pt>
    <dgm:pt modelId="{CAB4EFCA-C7E5-4885-88D6-26F9502F2F41}" type="parTrans" cxnId="{7531F650-1BF6-440B-A06D-CE9135CEC378}">
      <dgm:prSet/>
      <dgm:spPr/>
      <dgm:t>
        <a:bodyPr/>
        <a:lstStyle/>
        <a:p>
          <a:endParaRPr lang="en-US" sz="2400"/>
        </a:p>
      </dgm:t>
    </dgm:pt>
    <dgm:pt modelId="{166E4DD8-66AA-4A0E-9A03-801DA23224F1}" type="sibTrans" cxnId="{7531F650-1BF6-440B-A06D-CE9135CEC378}">
      <dgm:prSet/>
      <dgm:spPr/>
      <dgm:t>
        <a:bodyPr/>
        <a:lstStyle/>
        <a:p>
          <a:endParaRPr lang="en-US" sz="2400"/>
        </a:p>
      </dgm:t>
    </dgm:pt>
    <dgm:pt modelId="{B6D5F3F2-BCD3-4AA7-9B17-7F4E4697CBB3}">
      <dgm:prSet custT="1"/>
      <dgm:spPr/>
      <dgm:t>
        <a:bodyPr/>
        <a:lstStyle/>
        <a:p>
          <a:pPr rtl="0"/>
          <a:r>
            <a:rPr lang="en-US" sz="2400" dirty="0"/>
            <a:t>A 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dirty="0"/>
            <a:t> can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Revoke</a:t>
          </a:r>
          <a:r>
            <a:rPr lang="en-US" sz="2400" dirty="0"/>
            <a:t> a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Certificate</a:t>
          </a:r>
          <a:r>
            <a:rPr lang="en-US" sz="2400" dirty="0"/>
            <a:t>.</a:t>
          </a:r>
        </a:p>
      </dgm:t>
    </dgm:pt>
    <dgm:pt modelId="{793A1823-93E2-40AF-9F1B-C6420EC3B1AA}" type="parTrans" cxnId="{C4BD2AA9-5E82-4C80-836B-85B39FE3EC95}">
      <dgm:prSet/>
      <dgm:spPr/>
      <dgm:t>
        <a:bodyPr/>
        <a:lstStyle/>
        <a:p>
          <a:endParaRPr lang="en-US" sz="2400"/>
        </a:p>
      </dgm:t>
    </dgm:pt>
    <dgm:pt modelId="{2ADC8EF0-C40B-422E-8C84-1D934741E31E}" type="sibTrans" cxnId="{C4BD2AA9-5E82-4C80-836B-85B39FE3EC95}">
      <dgm:prSet/>
      <dgm:spPr/>
      <dgm:t>
        <a:bodyPr/>
        <a:lstStyle/>
        <a:p>
          <a:endParaRPr lang="en-US" sz="2400"/>
        </a:p>
      </dgm:t>
    </dgm:pt>
    <dgm:pt modelId="{A9D5E59C-4093-4C84-B253-82374B83B9B8}">
      <dgm:prSet custT="1"/>
      <dgm:spPr/>
      <dgm:t>
        <a:bodyPr/>
        <a:lstStyle/>
        <a:p>
          <a:pPr rtl="0"/>
          <a:r>
            <a:rPr lang="en-US" sz="2400" dirty="0"/>
            <a:t>A 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dirty="0"/>
            <a:t> will </a:t>
          </a:r>
          <a:r>
            <a:rPr lang="en-US" sz="2400" b="1" i="1" u="sng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Validate</a:t>
          </a:r>
          <a:r>
            <a:rPr lang="en-US" sz="2400" dirty="0"/>
            <a:t> a </a:t>
          </a:r>
          <a:r>
            <a: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Certificate</a:t>
          </a:r>
          <a:r>
            <a:rPr lang="en-US" sz="2400" dirty="0"/>
            <a:t>.</a:t>
          </a:r>
        </a:p>
      </dgm:t>
    </dgm:pt>
    <dgm:pt modelId="{9D4BAFC1-9612-4DEA-9E96-1C72975079A6}" type="parTrans" cxnId="{4770AB54-1853-4091-A9C3-C45B4D13C3DA}">
      <dgm:prSet/>
      <dgm:spPr/>
      <dgm:t>
        <a:bodyPr/>
        <a:lstStyle/>
        <a:p>
          <a:endParaRPr lang="en-US" sz="2400"/>
        </a:p>
      </dgm:t>
    </dgm:pt>
    <dgm:pt modelId="{BD1221BB-34C2-4912-BD75-D9C4F472A025}" type="sibTrans" cxnId="{4770AB54-1853-4091-A9C3-C45B4D13C3DA}">
      <dgm:prSet/>
      <dgm:spPr/>
      <dgm:t>
        <a:bodyPr/>
        <a:lstStyle/>
        <a:p>
          <a:endParaRPr lang="en-US" sz="2400"/>
        </a:p>
      </dgm:t>
    </dgm:pt>
    <dgm:pt modelId="{16297C40-CF4E-49B0-8F7C-D6920D2A4BF1}">
      <dgm:prSet custT="1"/>
      <dgm:spPr/>
      <dgm:t>
        <a:bodyPr/>
        <a:lstStyle/>
        <a:p>
          <a:pPr rtl="0"/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“Trusted Third Party”</a:t>
          </a:r>
          <a:r>
            <a:rPr lang="en-US" sz="2400" b="1" i="1" u="none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4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400" dirty="0"/>
            <a:t>is a name used to describe a </a:t>
          </a:r>
          <a:r>
            <a:rPr 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dirty="0"/>
            <a:t>.</a:t>
          </a:r>
        </a:p>
      </dgm:t>
    </dgm:pt>
    <dgm:pt modelId="{4DDC4F6C-F885-49D7-84BF-A1F08ED4A67C}" type="parTrans" cxnId="{F506C62A-8069-4C5B-B21C-7CE5092F0100}">
      <dgm:prSet/>
      <dgm:spPr/>
      <dgm:t>
        <a:bodyPr/>
        <a:lstStyle/>
        <a:p>
          <a:endParaRPr lang="en-US" sz="2400"/>
        </a:p>
      </dgm:t>
    </dgm:pt>
    <dgm:pt modelId="{2F72E2FE-BA00-4315-A3A1-C246673BDB35}" type="sibTrans" cxnId="{F506C62A-8069-4C5B-B21C-7CE5092F0100}">
      <dgm:prSet/>
      <dgm:spPr/>
      <dgm:t>
        <a:bodyPr/>
        <a:lstStyle/>
        <a:p>
          <a:endParaRPr lang="en-US" sz="2400"/>
        </a:p>
      </dgm:t>
    </dgm:pt>
    <dgm:pt modelId="{CB18ABFB-C261-4474-9468-14643BD39830}" type="pres">
      <dgm:prSet presAssocID="{1A464318-712D-4B9D-9133-FF0C9CC1BADA}" presName="linear" presStyleCnt="0">
        <dgm:presLayoutVars>
          <dgm:animLvl val="lvl"/>
          <dgm:resizeHandles val="exact"/>
        </dgm:presLayoutVars>
      </dgm:prSet>
      <dgm:spPr/>
    </dgm:pt>
    <dgm:pt modelId="{06B59D50-2656-4160-B915-9A173B772388}" type="pres">
      <dgm:prSet presAssocID="{8078E558-C183-4761-B81B-198A8FEC7E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A7EFA1-3EB6-4409-889B-8A71DFA215C8}" type="pres">
      <dgm:prSet presAssocID="{166E4DD8-66AA-4A0E-9A03-801DA23224F1}" presName="spacer" presStyleCnt="0"/>
      <dgm:spPr/>
    </dgm:pt>
    <dgm:pt modelId="{169E303A-1BDC-4942-B123-AE6846624D65}" type="pres">
      <dgm:prSet presAssocID="{B6D5F3F2-BCD3-4AA7-9B17-7F4E4697CBB3}" presName="parentText" presStyleLbl="node1" presStyleIdx="1" presStyleCnt="4" custLinFactNeighborX="-1042" custLinFactNeighborY="28845">
        <dgm:presLayoutVars>
          <dgm:chMax val="0"/>
          <dgm:bulletEnabled val="1"/>
        </dgm:presLayoutVars>
      </dgm:prSet>
      <dgm:spPr/>
    </dgm:pt>
    <dgm:pt modelId="{C23A2726-CD64-4CCA-BEC0-0F7C1AC31554}" type="pres">
      <dgm:prSet presAssocID="{2ADC8EF0-C40B-422E-8C84-1D934741E31E}" presName="spacer" presStyleCnt="0"/>
      <dgm:spPr/>
    </dgm:pt>
    <dgm:pt modelId="{50A341C6-37DA-4414-83C0-073E06156769}" type="pres">
      <dgm:prSet presAssocID="{A9D5E59C-4093-4C84-B253-82374B83B9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544857-11E4-4F6F-A20F-EC9550126EA5}" type="pres">
      <dgm:prSet presAssocID="{BD1221BB-34C2-4912-BD75-D9C4F472A025}" presName="spacer" presStyleCnt="0"/>
      <dgm:spPr/>
    </dgm:pt>
    <dgm:pt modelId="{F9651C41-CFC4-4D11-822A-24B2D21D21A9}" type="pres">
      <dgm:prSet presAssocID="{16297C40-CF4E-49B0-8F7C-D6920D2A4B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7276D1C-06F9-4702-BF3C-51C865392BF3}" type="presOf" srcId="{A9D5E59C-4093-4C84-B253-82374B83B9B8}" destId="{50A341C6-37DA-4414-83C0-073E06156769}" srcOrd="0" destOrd="0" presId="urn:microsoft.com/office/officeart/2005/8/layout/vList2"/>
    <dgm:cxn modelId="{F506C62A-8069-4C5B-B21C-7CE5092F0100}" srcId="{1A464318-712D-4B9D-9133-FF0C9CC1BADA}" destId="{16297C40-CF4E-49B0-8F7C-D6920D2A4BF1}" srcOrd="3" destOrd="0" parTransId="{4DDC4F6C-F885-49D7-84BF-A1F08ED4A67C}" sibTransId="{2F72E2FE-BA00-4315-A3A1-C246673BDB35}"/>
    <dgm:cxn modelId="{9FBC384C-9662-4DF3-9572-BBECDB23B555}" type="presOf" srcId="{8078E558-C183-4761-B81B-198A8FEC7E5D}" destId="{06B59D50-2656-4160-B915-9A173B772388}" srcOrd="0" destOrd="0" presId="urn:microsoft.com/office/officeart/2005/8/layout/vList2"/>
    <dgm:cxn modelId="{7531F650-1BF6-440B-A06D-CE9135CEC378}" srcId="{1A464318-712D-4B9D-9133-FF0C9CC1BADA}" destId="{8078E558-C183-4761-B81B-198A8FEC7E5D}" srcOrd="0" destOrd="0" parTransId="{CAB4EFCA-C7E5-4885-88D6-26F9502F2F41}" sibTransId="{166E4DD8-66AA-4A0E-9A03-801DA23224F1}"/>
    <dgm:cxn modelId="{4770AB54-1853-4091-A9C3-C45B4D13C3DA}" srcId="{1A464318-712D-4B9D-9133-FF0C9CC1BADA}" destId="{A9D5E59C-4093-4C84-B253-82374B83B9B8}" srcOrd="2" destOrd="0" parTransId="{9D4BAFC1-9612-4DEA-9E96-1C72975079A6}" sibTransId="{BD1221BB-34C2-4912-BD75-D9C4F472A025}"/>
    <dgm:cxn modelId="{D6C571A4-635A-4362-8E89-A4FD222A90A0}" type="presOf" srcId="{1A464318-712D-4B9D-9133-FF0C9CC1BADA}" destId="{CB18ABFB-C261-4474-9468-14643BD39830}" srcOrd="0" destOrd="0" presId="urn:microsoft.com/office/officeart/2005/8/layout/vList2"/>
    <dgm:cxn modelId="{C4BD2AA9-5E82-4C80-836B-85B39FE3EC95}" srcId="{1A464318-712D-4B9D-9133-FF0C9CC1BADA}" destId="{B6D5F3F2-BCD3-4AA7-9B17-7F4E4697CBB3}" srcOrd="1" destOrd="0" parTransId="{793A1823-93E2-40AF-9F1B-C6420EC3B1AA}" sibTransId="{2ADC8EF0-C40B-422E-8C84-1D934741E31E}"/>
    <dgm:cxn modelId="{6BEC74B6-17CE-42A8-837B-37E780B397CD}" type="presOf" srcId="{16297C40-CF4E-49B0-8F7C-D6920D2A4BF1}" destId="{F9651C41-CFC4-4D11-822A-24B2D21D21A9}" srcOrd="0" destOrd="0" presId="urn:microsoft.com/office/officeart/2005/8/layout/vList2"/>
    <dgm:cxn modelId="{307111E8-E5F2-40A6-BC2B-FD0E930DFAC6}" type="presOf" srcId="{B6D5F3F2-BCD3-4AA7-9B17-7F4E4697CBB3}" destId="{169E303A-1BDC-4942-B123-AE6846624D65}" srcOrd="0" destOrd="0" presId="urn:microsoft.com/office/officeart/2005/8/layout/vList2"/>
    <dgm:cxn modelId="{2E5CB11E-B1FB-4E74-B3DF-2EAA6C43CC86}" type="presParOf" srcId="{CB18ABFB-C261-4474-9468-14643BD39830}" destId="{06B59D50-2656-4160-B915-9A173B772388}" srcOrd="0" destOrd="0" presId="urn:microsoft.com/office/officeart/2005/8/layout/vList2"/>
    <dgm:cxn modelId="{11F99C6A-ED92-44DD-A5E8-9F7F6AAB45B1}" type="presParOf" srcId="{CB18ABFB-C261-4474-9468-14643BD39830}" destId="{38A7EFA1-3EB6-4409-889B-8A71DFA215C8}" srcOrd="1" destOrd="0" presId="urn:microsoft.com/office/officeart/2005/8/layout/vList2"/>
    <dgm:cxn modelId="{56D1BA2D-2A8B-4070-9BB0-A0A8728E8C1E}" type="presParOf" srcId="{CB18ABFB-C261-4474-9468-14643BD39830}" destId="{169E303A-1BDC-4942-B123-AE6846624D65}" srcOrd="2" destOrd="0" presId="urn:microsoft.com/office/officeart/2005/8/layout/vList2"/>
    <dgm:cxn modelId="{964A658D-5AEC-4A14-976C-AC9313E0F914}" type="presParOf" srcId="{CB18ABFB-C261-4474-9468-14643BD39830}" destId="{C23A2726-CD64-4CCA-BEC0-0F7C1AC31554}" srcOrd="3" destOrd="0" presId="urn:microsoft.com/office/officeart/2005/8/layout/vList2"/>
    <dgm:cxn modelId="{8C6E2411-B916-4139-9C77-0442FBA0A13D}" type="presParOf" srcId="{CB18ABFB-C261-4474-9468-14643BD39830}" destId="{50A341C6-37DA-4414-83C0-073E06156769}" srcOrd="4" destOrd="0" presId="urn:microsoft.com/office/officeart/2005/8/layout/vList2"/>
    <dgm:cxn modelId="{8FEB0198-1E14-468F-B069-555BBFBABC36}" type="presParOf" srcId="{CB18ABFB-C261-4474-9468-14643BD39830}" destId="{36544857-11E4-4F6F-A20F-EC9550126EA5}" srcOrd="5" destOrd="0" presId="urn:microsoft.com/office/officeart/2005/8/layout/vList2"/>
    <dgm:cxn modelId="{7FA1D0EE-BD02-4E68-B1D1-F1E4275777DB}" type="presParOf" srcId="{CB18ABFB-C261-4474-9468-14643BD39830}" destId="{F9651C41-CFC4-4D11-822A-24B2D21D21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5B95B57-C87B-4CCE-A36B-BF160AC0615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D561A7-CE6E-4415-B686-1EA7C3F82183}">
      <dgm:prSet/>
      <dgm:spPr/>
      <dgm:t>
        <a:bodyPr/>
        <a:lstStyle/>
        <a:p>
          <a:pPr rtl="0"/>
          <a:r>
            <a:rPr lang="en-US" dirty="0"/>
            <a:t>Internet Protocol Security (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IPSec</a:t>
          </a:r>
          <a:r>
            <a:rPr lang="en-US" dirty="0"/>
            <a:t>) protects data during transmission</a:t>
          </a:r>
        </a:p>
      </dgm:t>
    </dgm:pt>
    <dgm:pt modelId="{0C2685F6-DCB7-4BF7-8FAC-C1A873DBCC18}" type="parTrans" cxnId="{7A0CBBD3-2787-4B0C-9781-D309447C967F}">
      <dgm:prSet/>
      <dgm:spPr/>
      <dgm:t>
        <a:bodyPr/>
        <a:lstStyle/>
        <a:p>
          <a:endParaRPr lang="en-US"/>
        </a:p>
      </dgm:t>
    </dgm:pt>
    <dgm:pt modelId="{FAA06117-BF28-4ADB-BA33-235A9F51692E}" type="sibTrans" cxnId="{7A0CBBD3-2787-4B0C-9781-D309447C967F}">
      <dgm:prSet/>
      <dgm:spPr/>
      <dgm:t>
        <a:bodyPr/>
        <a:lstStyle/>
        <a:p>
          <a:endParaRPr lang="en-US"/>
        </a:p>
      </dgm:t>
    </dgm:pt>
    <dgm:pt modelId="{E1C455F6-CBD3-415B-BDC8-E3A1308BE4D2}">
      <dgm:prSet/>
      <dgm:spPr/>
      <dgm:t>
        <a:bodyPr/>
        <a:lstStyle/>
        <a:p>
          <a:pPr rtl="0"/>
          <a:r>
            <a:rPr lang="en-US" dirty="0"/>
            <a:t>Operates at the </a:t>
          </a:r>
          <a:r>
            <a: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Network Layer</a:t>
          </a:r>
        </a:p>
      </dgm:t>
    </dgm:pt>
    <dgm:pt modelId="{F0DD48F6-6F08-4824-ACB0-02E19CCE5FED}" type="parTrans" cxnId="{CA202F44-AA47-4289-8A37-661BE9FD4C41}">
      <dgm:prSet/>
      <dgm:spPr/>
      <dgm:t>
        <a:bodyPr/>
        <a:lstStyle/>
        <a:p>
          <a:endParaRPr lang="en-US"/>
        </a:p>
      </dgm:t>
    </dgm:pt>
    <dgm:pt modelId="{030A721B-4E28-4952-8093-9C5B3AC1F4D8}" type="sibTrans" cxnId="{CA202F44-AA47-4289-8A37-661BE9FD4C41}">
      <dgm:prSet/>
      <dgm:spPr/>
      <dgm:t>
        <a:bodyPr/>
        <a:lstStyle/>
        <a:p>
          <a:endParaRPr lang="en-US"/>
        </a:p>
      </dgm:t>
    </dgm:pt>
    <dgm:pt modelId="{66D28601-153A-4DB2-8D05-A067E4653BC3}">
      <dgm:prSet/>
      <dgm:spPr/>
      <dgm:t>
        <a:bodyPr/>
        <a:lstStyle/>
        <a:p>
          <a:pPr rtl="0"/>
          <a:r>
            <a:rPr lang="en-US" dirty="0"/>
            <a:t>Very widely used</a:t>
          </a:r>
        </a:p>
      </dgm:t>
    </dgm:pt>
    <dgm:pt modelId="{98A7A6A1-5507-42CA-B74F-B7CFD831F257}" type="parTrans" cxnId="{E170DB9D-CFF9-4EF8-BD82-0ABEF6AC2097}">
      <dgm:prSet/>
      <dgm:spPr/>
      <dgm:t>
        <a:bodyPr/>
        <a:lstStyle/>
        <a:p>
          <a:endParaRPr lang="en-US"/>
        </a:p>
      </dgm:t>
    </dgm:pt>
    <dgm:pt modelId="{92280ED7-ECA3-4167-B733-F474BE9E1ED4}" type="sibTrans" cxnId="{E170DB9D-CFF9-4EF8-BD82-0ABEF6AC2097}">
      <dgm:prSet/>
      <dgm:spPr/>
      <dgm:t>
        <a:bodyPr/>
        <a:lstStyle/>
        <a:p>
          <a:endParaRPr lang="en-US"/>
        </a:p>
      </dgm:t>
    </dgm:pt>
    <dgm:pt modelId="{D487DF88-4023-4B88-87F9-690D58494C16}">
      <dgm:prSet/>
      <dgm:spPr/>
      <dgm:t>
        <a:bodyPr/>
        <a:lstStyle/>
        <a:p>
          <a:pPr rtl="0"/>
          <a:r>
            <a:rPr lang="en-US" dirty="0"/>
            <a:t>Present in </a:t>
          </a:r>
          <a:r>
            <a: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Virtual Private Networks </a:t>
          </a:r>
          <a:r>
            <a:rPr lang="en-US" dirty="0"/>
            <a:t>(</a:t>
          </a:r>
          <a:r>
            <a: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VPN</a:t>
          </a:r>
          <a:r>
            <a:rPr lang="en-US" dirty="0"/>
            <a:t>)</a:t>
          </a:r>
        </a:p>
      </dgm:t>
    </dgm:pt>
    <dgm:pt modelId="{9161561A-8B79-45BA-9D28-BBB45D024AC3}" type="parTrans" cxnId="{20EAAAF0-9FB5-40FF-ADEF-027666882C0F}">
      <dgm:prSet/>
      <dgm:spPr/>
      <dgm:t>
        <a:bodyPr/>
        <a:lstStyle/>
        <a:p>
          <a:endParaRPr lang="en-US"/>
        </a:p>
      </dgm:t>
    </dgm:pt>
    <dgm:pt modelId="{4D0C52AF-6895-4C57-BB19-DA6639290B65}" type="sibTrans" cxnId="{20EAAAF0-9FB5-40FF-ADEF-027666882C0F}">
      <dgm:prSet/>
      <dgm:spPr/>
      <dgm:t>
        <a:bodyPr/>
        <a:lstStyle/>
        <a:p>
          <a:endParaRPr lang="en-US"/>
        </a:p>
      </dgm:t>
    </dgm:pt>
    <dgm:pt modelId="{15A1B51A-1A76-4B64-BB9E-D1AAD2741275}" type="pres">
      <dgm:prSet presAssocID="{E5B95B57-C87B-4CCE-A36B-BF160AC06158}" presName="Name0" presStyleCnt="0">
        <dgm:presLayoutVars>
          <dgm:chMax val="7"/>
          <dgm:chPref val="7"/>
          <dgm:dir/>
        </dgm:presLayoutVars>
      </dgm:prSet>
      <dgm:spPr/>
    </dgm:pt>
    <dgm:pt modelId="{EA4CDE83-9D87-4141-9567-BC2ED7C17962}" type="pres">
      <dgm:prSet presAssocID="{E5B95B57-C87B-4CCE-A36B-BF160AC06158}" presName="Name1" presStyleCnt="0"/>
      <dgm:spPr/>
    </dgm:pt>
    <dgm:pt modelId="{5F7C70EE-0F03-40D5-BAC8-D87940CF8DA0}" type="pres">
      <dgm:prSet presAssocID="{E5B95B57-C87B-4CCE-A36B-BF160AC06158}" presName="cycle" presStyleCnt="0"/>
      <dgm:spPr/>
    </dgm:pt>
    <dgm:pt modelId="{9B753CB0-8D53-44E5-A3FD-42C2B816D4F8}" type="pres">
      <dgm:prSet presAssocID="{E5B95B57-C87B-4CCE-A36B-BF160AC06158}" presName="srcNode" presStyleLbl="node1" presStyleIdx="0" presStyleCnt="4"/>
      <dgm:spPr/>
    </dgm:pt>
    <dgm:pt modelId="{15C5DEEE-84B6-4FAE-BFAD-4F95A5D3446D}" type="pres">
      <dgm:prSet presAssocID="{E5B95B57-C87B-4CCE-A36B-BF160AC06158}" presName="conn" presStyleLbl="parChTrans1D2" presStyleIdx="0" presStyleCnt="1"/>
      <dgm:spPr/>
    </dgm:pt>
    <dgm:pt modelId="{2816F1AB-7A00-45F0-AC8F-C57CC0E088B3}" type="pres">
      <dgm:prSet presAssocID="{E5B95B57-C87B-4CCE-A36B-BF160AC06158}" presName="extraNode" presStyleLbl="node1" presStyleIdx="0" presStyleCnt="4"/>
      <dgm:spPr/>
    </dgm:pt>
    <dgm:pt modelId="{AA16A052-6CF4-440E-9C79-F7D6F4B8873F}" type="pres">
      <dgm:prSet presAssocID="{E5B95B57-C87B-4CCE-A36B-BF160AC06158}" presName="dstNode" presStyleLbl="node1" presStyleIdx="0" presStyleCnt="4"/>
      <dgm:spPr/>
    </dgm:pt>
    <dgm:pt modelId="{5B55B789-753F-4EE5-8628-BDC4B31D8B3A}" type="pres">
      <dgm:prSet presAssocID="{1DD561A7-CE6E-4415-B686-1EA7C3F82183}" presName="text_1" presStyleLbl="node1" presStyleIdx="0" presStyleCnt="4">
        <dgm:presLayoutVars>
          <dgm:bulletEnabled val="1"/>
        </dgm:presLayoutVars>
      </dgm:prSet>
      <dgm:spPr/>
    </dgm:pt>
    <dgm:pt modelId="{50CD90AA-39E5-408C-99DF-DC3CC7424C7B}" type="pres">
      <dgm:prSet presAssocID="{1DD561A7-CE6E-4415-B686-1EA7C3F82183}" presName="accent_1" presStyleCnt="0"/>
      <dgm:spPr/>
    </dgm:pt>
    <dgm:pt modelId="{4A62D984-A69E-430F-8769-01FE1308186E}" type="pres">
      <dgm:prSet presAssocID="{1DD561A7-CE6E-4415-B686-1EA7C3F82183}" presName="accentRepeatNode" presStyleLbl="solidFgAcc1" presStyleIdx="0" presStyleCnt="4"/>
      <dgm:spPr/>
    </dgm:pt>
    <dgm:pt modelId="{AD07F270-4EA8-4DB1-B200-2E27E48FF9F5}" type="pres">
      <dgm:prSet presAssocID="{E1C455F6-CBD3-415B-BDC8-E3A1308BE4D2}" presName="text_2" presStyleLbl="node1" presStyleIdx="1" presStyleCnt="4">
        <dgm:presLayoutVars>
          <dgm:bulletEnabled val="1"/>
        </dgm:presLayoutVars>
      </dgm:prSet>
      <dgm:spPr/>
    </dgm:pt>
    <dgm:pt modelId="{8D6DE322-588C-43A6-AB65-E62E31C0131A}" type="pres">
      <dgm:prSet presAssocID="{E1C455F6-CBD3-415B-BDC8-E3A1308BE4D2}" presName="accent_2" presStyleCnt="0"/>
      <dgm:spPr/>
    </dgm:pt>
    <dgm:pt modelId="{D1379807-0204-46D2-955F-71FBF2F5766A}" type="pres">
      <dgm:prSet presAssocID="{E1C455F6-CBD3-415B-BDC8-E3A1308BE4D2}" presName="accentRepeatNode" presStyleLbl="solidFgAcc1" presStyleIdx="1" presStyleCnt="4"/>
      <dgm:spPr/>
    </dgm:pt>
    <dgm:pt modelId="{511B6862-720D-4172-A431-C5F4EB3A9152}" type="pres">
      <dgm:prSet presAssocID="{66D28601-153A-4DB2-8D05-A067E4653BC3}" presName="text_3" presStyleLbl="node1" presStyleIdx="2" presStyleCnt="4">
        <dgm:presLayoutVars>
          <dgm:bulletEnabled val="1"/>
        </dgm:presLayoutVars>
      </dgm:prSet>
      <dgm:spPr/>
    </dgm:pt>
    <dgm:pt modelId="{B8739DDD-1E0F-4A46-A44A-915AA0D9144F}" type="pres">
      <dgm:prSet presAssocID="{66D28601-153A-4DB2-8D05-A067E4653BC3}" presName="accent_3" presStyleCnt="0"/>
      <dgm:spPr/>
    </dgm:pt>
    <dgm:pt modelId="{943797EB-9DD5-4ABB-A057-4A9E275956FC}" type="pres">
      <dgm:prSet presAssocID="{66D28601-153A-4DB2-8D05-A067E4653BC3}" presName="accentRepeatNode" presStyleLbl="solidFgAcc1" presStyleIdx="2" presStyleCnt="4"/>
      <dgm:spPr/>
    </dgm:pt>
    <dgm:pt modelId="{E34501CE-ABDA-453E-9E87-137C00E88764}" type="pres">
      <dgm:prSet presAssocID="{D487DF88-4023-4B88-87F9-690D58494C16}" presName="text_4" presStyleLbl="node1" presStyleIdx="3" presStyleCnt="4">
        <dgm:presLayoutVars>
          <dgm:bulletEnabled val="1"/>
        </dgm:presLayoutVars>
      </dgm:prSet>
      <dgm:spPr/>
    </dgm:pt>
    <dgm:pt modelId="{13A2B376-817F-4100-B978-F42F1C46CF1C}" type="pres">
      <dgm:prSet presAssocID="{D487DF88-4023-4B88-87F9-690D58494C16}" presName="accent_4" presStyleCnt="0"/>
      <dgm:spPr/>
    </dgm:pt>
    <dgm:pt modelId="{FCC7A843-446D-4E4F-8154-347DD6F2B926}" type="pres">
      <dgm:prSet presAssocID="{D487DF88-4023-4B88-87F9-690D58494C16}" presName="accentRepeatNode" presStyleLbl="solidFgAcc1" presStyleIdx="3" presStyleCnt="4"/>
      <dgm:spPr/>
    </dgm:pt>
  </dgm:ptLst>
  <dgm:cxnLst>
    <dgm:cxn modelId="{E5A1CB5F-5462-4D64-8E9D-743CF160B590}" type="presOf" srcId="{66D28601-153A-4DB2-8D05-A067E4653BC3}" destId="{511B6862-720D-4172-A431-C5F4EB3A9152}" srcOrd="0" destOrd="0" presId="urn:microsoft.com/office/officeart/2008/layout/VerticalCurvedList"/>
    <dgm:cxn modelId="{CA202F44-AA47-4289-8A37-661BE9FD4C41}" srcId="{E5B95B57-C87B-4CCE-A36B-BF160AC06158}" destId="{E1C455F6-CBD3-415B-BDC8-E3A1308BE4D2}" srcOrd="1" destOrd="0" parTransId="{F0DD48F6-6F08-4824-ACB0-02E19CCE5FED}" sibTransId="{030A721B-4E28-4952-8093-9C5B3AC1F4D8}"/>
    <dgm:cxn modelId="{044ED14B-E67E-4A12-937D-A1E90B553A12}" type="presOf" srcId="{E1C455F6-CBD3-415B-BDC8-E3A1308BE4D2}" destId="{AD07F270-4EA8-4DB1-B200-2E27E48FF9F5}" srcOrd="0" destOrd="0" presId="urn:microsoft.com/office/officeart/2008/layout/VerticalCurvedList"/>
    <dgm:cxn modelId="{E567884F-9A17-471B-9063-5A1367255C76}" type="presOf" srcId="{FAA06117-BF28-4ADB-BA33-235A9F51692E}" destId="{15C5DEEE-84B6-4FAE-BFAD-4F95A5D3446D}" srcOrd="0" destOrd="0" presId="urn:microsoft.com/office/officeart/2008/layout/VerticalCurvedList"/>
    <dgm:cxn modelId="{CB8D9050-AEA6-43CD-93CB-442550B02E73}" type="presOf" srcId="{D487DF88-4023-4B88-87F9-690D58494C16}" destId="{E34501CE-ABDA-453E-9E87-137C00E88764}" srcOrd="0" destOrd="0" presId="urn:microsoft.com/office/officeart/2008/layout/VerticalCurvedList"/>
    <dgm:cxn modelId="{EFB66A86-E6D1-4B03-8B6D-150D0A5D120B}" type="presOf" srcId="{E5B95B57-C87B-4CCE-A36B-BF160AC06158}" destId="{15A1B51A-1A76-4B64-BB9E-D1AAD2741275}" srcOrd="0" destOrd="0" presId="urn:microsoft.com/office/officeart/2008/layout/VerticalCurvedList"/>
    <dgm:cxn modelId="{E170DB9D-CFF9-4EF8-BD82-0ABEF6AC2097}" srcId="{E5B95B57-C87B-4CCE-A36B-BF160AC06158}" destId="{66D28601-153A-4DB2-8D05-A067E4653BC3}" srcOrd="2" destOrd="0" parTransId="{98A7A6A1-5507-42CA-B74F-B7CFD831F257}" sibTransId="{92280ED7-ECA3-4167-B733-F474BE9E1ED4}"/>
    <dgm:cxn modelId="{7A0CBBD3-2787-4B0C-9781-D309447C967F}" srcId="{E5B95B57-C87B-4CCE-A36B-BF160AC06158}" destId="{1DD561A7-CE6E-4415-B686-1EA7C3F82183}" srcOrd="0" destOrd="0" parTransId="{0C2685F6-DCB7-4BF7-8FAC-C1A873DBCC18}" sibTransId="{FAA06117-BF28-4ADB-BA33-235A9F51692E}"/>
    <dgm:cxn modelId="{949157F0-04B0-4C11-8CF4-880B40BB3284}" type="presOf" srcId="{1DD561A7-CE6E-4415-B686-1EA7C3F82183}" destId="{5B55B789-753F-4EE5-8628-BDC4B31D8B3A}" srcOrd="0" destOrd="0" presId="urn:microsoft.com/office/officeart/2008/layout/VerticalCurvedList"/>
    <dgm:cxn modelId="{20EAAAF0-9FB5-40FF-ADEF-027666882C0F}" srcId="{E5B95B57-C87B-4CCE-A36B-BF160AC06158}" destId="{D487DF88-4023-4B88-87F9-690D58494C16}" srcOrd="3" destOrd="0" parTransId="{9161561A-8B79-45BA-9D28-BBB45D024AC3}" sibTransId="{4D0C52AF-6895-4C57-BB19-DA6639290B65}"/>
    <dgm:cxn modelId="{683DFFFB-710E-4CF3-B138-47AAB1D63A7D}" type="presParOf" srcId="{15A1B51A-1A76-4B64-BB9E-D1AAD2741275}" destId="{EA4CDE83-9D87-4141-9567-BC2ED7C17962}" srcOrd="0" destOrd="0" presId="urn:microsoft.com/office/officeart/2008/layout/VerticalCurvedList"/>
    <dgm:cxn modelId="{CE6A5ADB-F739-42EE-AF9C-DA6BAEC8D8F3}" type="presParOf" srcId="{EA4CDE83-9D87-4141-9567-BC2ED7C17962}" destId="{5F7C70EE-0F03-40D5-BAC8-D87940CF8DA0}" srcOrd="0" destOrd="0" presId="urn:microsoft.com/office/officeart/2008/layout/VerticalCurvedList"/>
    <dgm:cxn modelId="{887F8902-D69D-4742-BF5F-FE3D2F38861D}" type="presParOf" srcId="{5F7C70EE-0F03-40D5-BAC8-D87940CF8DA0}" destId="{9B753CB0-8D53-44E5-A3FD-42C2B816D4F8}" srcOrd="0" destOrd="0" presId="urn:microsoft.com/office/officeart/2008/layout/VerticalCurvedList"/>
    <dgm:cxn modelId="{D82FC15D-EBCF-4F08-8567-A4BA49C76710}" type="presParOf" srcId="{5F7C70EE-0F03-40D5-BAC8-D87940CF8DA0}" destId="{15C5DEEE-84B6-4FAE-BFAD-4F95A5D3446D}" srcOrd="1" destOrd="0" presId="urn:microsoft.com/office/officeart/2008/layout/VerticalCurvedList"/>
    <dgm:cxn modelId="{E18A0CFD-CB52-49A7-A11C-AC659CFA5308}" type="presParOf" srcId="{5F7C70EE-0F03-40D5-BAC8-D87940CF8DA0}" destId="{2816F1AB-7A00-45F0-AC8F-C57CC0E088B3}" srcOrd="2" destOrd="0" presId="urn:microsoft.com/office/officeart/2008/layout/VerticalCurvedList"/>
    <dgm:cxn modelId="{7DF0003D-3977-4CAE-9265-1EA374705FA0}" type="presParOf" srcId="{5F7C70EE-0F03-40D5-BAC8-D87940CF8DA0}" destId="{AA16A052-6CF4-440E-9C79-F7D6F4B8873F}" srcOrd="3" destOrd="0" presId="urn:microsoft.com/office/officeart/2008/layout/VerticalCurvedList"/>
    <dgm:cxn modelId="{4F1AB7C2-46B9-4BC5-BC53-C53C0410EA72}" type="presParOf" srcId="{EA4CDE83-9D87-4141-9567-BC2ED7C17962}" destId="{5B55B789-753F-4EE5-8628-BDC4B31D8B3A}" srcOrd="1" destOrd="0" presId="urn:microsoft.com/office/officeart/2008/layout/VerticalCurvedList"/>
    <dgm:cxn modelId="{BF416990-C05E-4828-9734-6B0A456C3B14}" type="presParOf" srcId="{EA4CDE83-9D87-4141-9567-BC2ED7C17962}" destId="{50CD90AA-39E5-408C-99DF-DC3CC7424C7B}" srcOrd="2" destOrd="0" presId="urn:microsoft.com/office/officeart/2008/layout/VerticalCurvedList"/>
    <dgm:cxn modelId="{346F2F21-677C-4735-A29F-206D376741B4}" type="presParOf" srcId="{50CD90AA-39E5-408C-99DF-DC3CC7424C7B}" destId="{4A62D984-A69E-430F-8769-01FE1308186E}" srcOrd="0" destOrd="0" presId="urn:microsoft.com/office/officeart/2008/layout/VerticalCurvedList"/>
    <dgm:cxn modelId="{C893366C-2332-4250-A5DA-A854485C369C}" type="presParOf" srcId="{EA4CDE83-9D87-4141-9567-BC2ED7C17962}" destId="{AD07F270-4EA8-4DB1-B200-2E27E48FF9F5}" srcOrd="3" destOrd="0" presId="urn:microsoft.com/office/officeart/2008/layout/VerticalCurvedList"/>
    <dgm:cxn modelId="{D83C1404-FE9C-4B48-B9C2-72639287E524}" type="presParOf" srcId="{EA4CDE83-9D87-4141-9567-BC2ED7C17962}" destId="{8D6DE322-588C-43A6-AB65-E62E31C0131A}" srcOrd="4" destOrd="0" presId="urn:microsoft.com/office/officeart/2008/layout/VerticalCurvedList"/>
    <dgm:cxn modelId="{A5F3EBAD-5D79-4A39-91ED-B66CAAE1B9FA}" type="presParOf" srcId="{8D6DE322-588C-43A6-AB65-E62E31C0131A}" destId="{D1379807-0204-46D2-955F-71FBF2F5766A}" srcOrd="0" destOrd="0" presId="urn:microsoft.com/office/officeart/2008/layout/VerticalCurvedList"/>
    <dgm:cxn modelId="{8A57C75E-516F-4790-B94F-68A7B10F0301}" type="presParOf" srcId="{EA4CDE83-9D87-4141-9567-BC2ED7C17962}" destId="{511B6862-720D-4172-A431-C5F4EB3A9152}" srcOrd="5" destOrd="0" presId="urn:microsoft.com/office/officeart/2008/layout/VerticalCurvedList"/>
    <dgm:cxn modelId="{64E90007-B271-4DFA-B0AE-6F60E1318582}" type="presParOf" srcId="{EA4CDE83-9D87-4141-9567-BC2ED7C17962}" destId="{B8739DDD-1E0F-4A46-A44A-915AA0D9144F}" srcOrd="6" destOrd="0" presId="urn:microsoft.com/office/officeart/2008/layout/VerticalCurvedList"/>
    <dgm:cxn modelId="{FAA47616-ABC5-413B-8281-2A85E4A8ECDE}" type="presParOf" srcId="{B8739DDD-1E0F-4A46-A44A-915AA0D9144F}" destId="{943797EB-9DD5-4ABB-A057-4A9E275956FC}" srcOrd="0" destOrd="0" presId="urn:microsoft.com/office/officeart/2008/layout/VerticalCurvedList"/>
    <dgm:cxn modelId="{8C86C741-8B9B-49EF-B2EB-591A28A7A51C}" type="presParOf" srcId="{EA4CDE83-9D87-4141-9567-BC2ED7C17962}" destId="{E34501CE-ABDA-453E-9E87-137C00E88764}" srcOrd="7" destOrd="0" presId="urn:microsoft.com/office/officeart/2008/layout/VerticalCurvedList"/>
    <dgm:cxn modelId="{B6C02505-E088-4C70-B530-30974C1BB9DD}" type="presParOf" srcId="{EA4CDE83-9D87-4141-9567-BC2ED7C17962}" destId="{13A2B376-817F-4100-B978-F42F1C46CF1C}" srcOrd="8" destOrd="0" presId="urn:microsoft.com/office/officeart/2008/layout/VerticalCurvedList"/>
    <dgm:cxn modelId="{76E50358-0C86-4470-8C88-F09B8903529D}" type="presParOf" srcId="{13A2B376-817F-4100-B978-F42F1C46CF1C}" destId="{FCC7A843-446D-4E4F-8154-347DD6F2B92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05373C4-EB2D-4020-99EA-220913A1EC6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04026C-8943-4DE1-8064-94CC365CC42C}">
      <dgm:prSet/>
      <dgm:spPr/>
      <dgm:t>
        <a:bodyPr/>
        <a:lstStyle/>
        <a:p>
          <a:pPr rtl="0"/>
          <a:r>
            <a:rPr lang="en-US" dirty="0"/>
            <a:t>Designed to provide security in online communications</a:t>
          </a:r>
        </a:p>
      </dgm:t>
    </dgm:pt>
    <dgm:pt modelId="{F25628A4-92F1-4664-A7BB-28678FA450B8}" type="parTrans" cxnId="{5A0DCE32-8DF8-4395-AB09-1668DACB3D44}">
      <dgm:prSet/>
      <dgm:spPr/>
      <dgm:t>
        <a:bodyPr/>
        <a:lstStyle/>
        <a:p>
          <a:endParaRPr lang="en-US"/>
        </a:p>
      </dgm:t>
    </dgm:pt>
    <dgm:pt modelId="{DB8BBE35-2D55-43F0-B2EC-674DDE46F5DE}" type="sibTrans" cxnId="{5A0DCE32-8DF8-4395-AB09-1668DACB3D44}">
      <dgm:prSet/>
      <dgm:spPr/>
      <dgm:t>
        <a:bodyPr/>
        <a:lstStyle/>
        <a:p>
          <a:endParaRPr lang="en-US"/>
        </a:p>
      </dgm:t>
    </dgm:pt>
    <dgm:pt modelId="{99652DC1-176D-456B-8EAC-F521EA9D4025}">
      <dgm:prSet/>
      <dgm:spPr/>
      <dgm:t>
        <a:bodyPr/>
        <a:lstStyle/>
        <a:p>
          <a:pPr rtl="0"/>
          <a:r>
            <a:rPr lang="en-US" b="1" i="1" u="sng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Similar</a:t>
          </a:r>
          <a:r>
            <a:rPr lang="en-US" dirty="0"/>
            <a:t> to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Public</a:t>
          </a:r>
          <a:r>
            <a:rPr lang="en-US" dirty="0"/>
            <a:t> and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Private Key Encryption</a:t>
          </a:r>
        </a:p>
      </dgm:t>
    </dgm:pt>
    <dgm:pt modelId="{D513A098-CF10-441C-B135-83F3B4C414E6}" type="parTrans" cxnId="{419D4260-B41C-4F54-8F2C-E9BAC25FCE7C}">
      <dgm:prSet/>
      <dgm:spPr/>
      <dgm:t>
        <a:bodyPr/>
        <a:lstStyle/>
        <a:p>
          <a:endParaRPr lang="en-US"/>
        </a:p>
      </dgm:t>
    </dgm:pt>
    <dgm:pt modelId="{5949E421-DED4-46A6-BF7E-7009877FFD93}" type="sibTrans" cxnId="{419D4260-B41C-4F54-8F2C-E9BAC25FCE7C}">
      <dgm:prSet/>
      <dgm:spPr/>
      <dgm:t>
        <a:bodyPr/>
        <a:lstStyle/>
        <a:p>
          <a:endParaRPr lang="en-US"/>
        </a:p>
      </dgm:t>
    </dgm:pt>
    <dgm:pt modelId="{80C510EC-546E-4C4B-95BE-DE741832B93F}">
      <dgm:prSet/>
      <dgm:spPr/>
      <dgm:t>
        <a:bodyPr/>
        <a:lstStyle/>
        <a:p>
          <a:pPr rtl="0"/>
          <a:r>
            <a:rPr lang="en-US" dirty="0"/>
            <a:t>Is used to both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Sign</a:t>
          </a:r>
          <a:r>
            <a:rPr lang="en-US" dirty="0"/>
            <a:t> and </a:t>
          </a:r>
          <a:r>
            <a: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Encrypt</a:t>
          </a:r>
          <a:r>
            <a:rPr lang="en-US" dirty="0"/>
            <a:t> communications</a:t>
          </a:r>
        </a:p>
      </dgm:t>
    </dgm:pt>
    <dgm:pt modelId="{3D2C17DB-2326-4A39-A0C2-80B1617B8A24}" type="parTrans" cxnId="{7AB8F17A-3FFA-4E82-AD07-5C0EBB503F6D}">
      <dgm:prSet/>
      <dgm:spPr/>
      <dgm:t>
        <a:bodyPr/>
        <a:lstStyle/>
        <a:p>
          <a:endParaRPr lang="en-US"/>
        </a:p>
      </dgm:t>
    </dgm:pt>
    <dgm:pt modelId="{BAD6010F-686C-4A12-B634-0D93D0DD4049}" type="sibTrans" cxnId="{7AB8F17A-3FFA-4E82-AD07-5C0EBB503F6D}">
      <dgm:prSet/>
      <dgm:spPr/>
      <dgm:t>
        <a:bodyPr/>
        <a:lstStyle/>
        <a:p>
          <a:endParaRPr lang="en-US"/>
        </a:p>
      </dgm:t>
    </dgm:pt>
    <dgm:pt modelId="{8C3AADDF-3B77-437E-B01A-A69E960108D1}">
      <dgm:prSet/>
      <dgm:spPr/>
      <dgm:t>
        <a:bodyPr/>
        <a:lstStyle/>
        <a:p>
          <a:pPr rtl="0"/>
          <a:r>
            <a:rPr lang="en-US" dirty="0"/>
            <a:t>Can be used to protect data files on hard drive or other media</a:t>
          </a:r>
        </a:p>
      </dgm:t>
    </dgm:pt>
    <dgm:pt modelId="{E480DD2B-F022-426D-8C1A-52AAF2871D55}" type="parTrans" cxnId="{8833495D-E235-448C-A2AC-AF9CFDFB8433}">
      <dgm:prSet/>
      <dgm:spPr/>
      <dgm:t>
        <a:bodyPr/>
        <a:lstStyle/>
        <a:p>
          <a:endParaRPr lang="en-US"/>
        </a:p>
      </dgm:t>
    </dgm:pt>
    <dgm:pt modelId="{D6C4AB7D-3A43-429B-B86F-A5947482E499}" type="sibTrans" cxnId="{8833495D-E235-448C-A2AC-AF9CFDFB8433}">
      <dgm:prSet/>
      <dgm:spPr/>
      <dgm:t>
        <a:bodyPr/>
        <a:lstStyle/>
        <a:p>
          <a:endParaRPr lang="en-US"/>
        </a:p>
      </dgm:t>
    </dgm:pt>
    <dgm:pt modelId="{45ECE6B9-41FD-473C-A5DF-ADF37695C5A5}" type="pres">
      <dgm:prSet presAssocID="{B05373C4-EB2D-4020-99EA-220913A1EC6E}" presName="Name0" presStyleCnt="0">
        <dgm:presLayoutVars>
          <dgm:chMax val="7"/>
          <dgm:chPref val="7"/>
          <dgm:dir/>
        </dgm:presLayoutVars>
      </dgm:prSet>
      <dgm:spPr/>
    </dgm:pt>
    <dgm:pt modelId="{848861B1-4855-49F9-AD1E-BCBB9680EE00}" type="pres">
      <dgm:prSet presAssocID="{B05373C4-EB2D-4020-99EA-220913A1EC6E}" presName="Name1" presStyleCnt="0"/>
      <dgm:spPr/>
    </dgm:pt>
    <dgm:pt modelId="{1E99B39F-7603-443E-8282-8DFB4D57E9D9}" type="pres">
      <dgm:prSet presAssocID="{B05373C4-EB2D-4020-99EA-220913A1EC6E}" presName="cycle" presStyleCnt="0"/>
      <dgm:spPr/>
    </dgm:pt>
    <dgm:pt modelId="{D73DB3C1-8E05-43AC-9890-114EBA40E1A9}" type="pres">
      <dgm:prSet presAssocID="{B05373C4-EB2D-4020-99EA-220913A1EC6E}" presName="srcNode" presStyleLbl="node1" presStyleIdx="0" presStyleCnt="4"/>
      <dgm:spPr/>
    </dgm:pt>
    <dgm:pt modelId="{C57C0AEA-0D67-4683-9D73-88F649F1E4B6}" type="pres">
      <dgm:prSet presAssocID="{B05373C4-EB2D-4020-99EA-220913A1EC6E}" presName="conn" presStyleLbl="parChTrans1D2" presStyleIdx="0" presStyleCnt="1"/>
      <dgm:spPr/>
    </dgm:pt>
    <dgm:pt modelId="{F7A48A48-0372-4078-BAA9-FEBE25A8B37E}" type="pres">
      <dgm:prSet presAssocID="{B05373C4-EB2D-4020-99EA-220913A1EC6E}" presName="extraNode" presStyleLbl="node1" presStyleIdx="0" presStyleCnt="4"/>
      <dgm:spPr/>
    </dgm:pt>
    <dgm:pt modelId="{70DAC2C5-CF62-4E8C-B999-698CE05A0C58}" type="pres">
      <dgm:prSet presAssocID="{B05373C4-EB2D-4020-99EA-220913A1EC6E}" presName="dstNode" presStyleLbl="node1" presStyleIdx="0" presStyleCnt="4"/>
      <dgm:spPr/>
    </dgm:pt>
    <dgm:pt modelId="{B3F8E166-B879-4905-8302-6A16497DE58D}" type="pres">
      <dgm:prSet presAssocID="{AC04026C-8943-4DE1-8064-94CC365CC42C}" presName="text_1" presStyleLbl="node1" presStyleIdx="0" presStyleCnt="4">
        <dgm:presLayoutVars>
          <dgm:bulletEnabled val="1"/>
        </dgm:presLayoutVars>
      </dgm:prSet>
      <dgm:spPr/>
    </dgm:pt>
    <dgm:pt modelId="{6D7F61E5-B600-4128-B32B-948FA84B1B28}" type="pres">
      <dgm:prSet presAssocID="{AC04026C-8943-4DE1-8064-94CC365CC42C}" presName="accent_1" presStyleCnt="0"/>
      <dgm:spPr/>
    </dgm:pt>
    <dgm:pt modelId="{11155DC9-CEE2-4A9D-B5CD-C76BAFE99D46}" type="pres">
      <dgm:prSet presAssocID="{AC04026C-8943-4DE1-8064-94CC365CC42C}" presName="accentRepeatNode" presStyleLbl="solidFgAcc1" presStyleIdx="0" presStyleCnt="4"/>
      <dgm:spPr/>
    </dgm:pt>
    <dgm:pt modelId="{FD4C5BF7-BAE4-439F-9FC0-685442FA3241}" type="pres">
      <dgm:prSet presAssocID="{99652DC1-176D-456B-8EAC-F521EA9D4025}" presName="text_2" presStyleLbl="node1" presStyleIdx="1" presStyleCnt="4">
        <dgm:presLayoutVars>
          <dgm:bulletEnabled val="1"/>
        </dgm:presLayoutVars>
      </dgm:prSet>
      <dgm:spPr/>
    </dgm:pt>
    <dgm:pt modelId="{EDAE6DC9-E159-4552-9DF3-A580C254CC77}" type="pres">
      <dgm:prSet presAssocID="{99652DC1-176D-456B-8EAC-F521EA9D4025}" presName="accent_2" presStyleCnt="0"/>
      <dgm:spPr/>
    </dgm:pt>
    <dgm:pt modelId="{E37DE91B-59D8-4681-82E5-CFE0AB830C2F}" type="pres">
      <dgm:prSet presAssocID="{99652DC1-176D-456B-8EAC-F521EA9D4025}" presName="accentRepeatNode" presStyleLbl="solidFgAcc1" presStyleIdx="1" presStyleCnt="4"/>
      <dgm:spPr/>
    </dgm:pt>
    <dgm:pt modelId="{68D64B07-F0F3-4854-A67D-738BEC082795}" type="pres">
      <dgm:prSet presAssocID="{80C510EC-546E-4C4B-95BE-DE741832B93F}" presName="text_3" presStyleLbl="node1" presStyleIdx="2" presStyleCnt="4">
        <dgm:presLayoutVars>
          <dgm:bulletEnabled val="1"/>
        </dgm:presLayoutVars>
      </dgm:prSet>
      <dgm:spPr/>
    </dgm:pt>
    <dgm:pt modelId="{A96A9757-18D4-4FF1-B924-DA50D2E66AC2}" type="pres">
      <dgm:prSet presAssocID="{80C510EC-546E-4C4B-95BE-DE741832B93F}" presName="accent_3" presStyleCnt="0"/>
      <dgm:spPr/>
    </dgm:pt>
    <dgm:pt modelId="{AD9E0D43-882F-426D-B459-25F0ECB696DC}" type="pres">
      <dgm:prSet presAssocID="{80C510EC-546E-4C4B-95BE-DE741832B93F}" presName="accentRepeatNode" presStyleLbl="solidFgAcc1" presStyleIdx="2" presStyleCnt="4"/>
      <dgm:spPr/>
    </dgm:pt>
    <dgm:pt modelId="{F4DBEEC3-5EEB-4F94-822E-538B30165D5F}" type="pres">
      <dgm:prSet presAssocID="{8C3AADDF-3B77-437E-B01A-A69E960108D1}" presName="text_4" presStyleLbl="node1" presStyleIdx="3" presStyleCnt="4">
        <dgm:presLayoutVars>
          <dgm:bulletEnabled val="1"/>
        </dgm:presLayoutVars>
      </dgm:prSet>
      <dgm:spPr/>
    </dgm:pt>
    <dgm:pt modelId="{3F6C3B8B-98B7-4330-8472-F19B73DA5EE1}" type="pres">
      <dgm:prSet presAssocID="{8C3AADDF-3B77-437E-B01A-A69E960108D1}" presName="accent_4" presStyleCnt="0"/>
      <dgm:spPr/>
    </dgm:pt>
    <dgm:pt modelId="{8A497CD2-F8DE-4EC1-ACA4-CC06B3A47913}" type="pres">
      <dgm:prSet presAssocID="{8C3AADDF-3B77-437E-B01A-A69E960108D1}" presName="accentRepeatNode" presStyleLbl="solidFgAcc1" presStyleIdx="3" presStyleCnt="4"/>
      <dgm:spPr/>
    </dgm:pt>
  </dgm:ptLst>
  <dgm:cxnLst>
    <dgm:cxn modelId="{A8ED260A-0484-4F66-9A7A-7416C67101C5}" type="presOf" srcId="{AC04026C-8943-4DE1-8064-94CC365CC42C}" destId="{B3F8E166-B879-4905-8302-6A16497DE58D}" srcOrd="0" destOrd="0" presId="urn:microsoft.com/office/officeart/2008/layout/VerticalCurvedList"/>
    <dgm:cxn modelId="{93AF7417-3F9C-4D05-9471-AD095D1C5374}" type="presOf" srcId="{DB8BBE35-2D55-43F0-B2EC-674DDE46F5DE}" destId="{C57C0AEA-0D67-4683-9D73-88F649F1E4B6}" srcOrd="0" destOrd="0" presId="urn:microsoft.com/office/officeart/2008/layout/VerticalCurvedList"/>
    <dgm:cxn modelId="{0861851C-65AC-4049-9130-512697FDFF55}" type="presOf" srcId="{B05373C4-EB2D-4020-99EA-220913A1EC6E}" destId="{45ECE6B9-41FD-473C-A5DF-ADF37695C5A5}" srcOrd="0" destOrd="0" presId="urn:microsoft.com/office/officeart/2008/layout/VerticalCurvedList"/>
    <dgm:cxn modelId="{7550552F-9AE4-4A57-A210-2ECAEE5324AB}" type="presOf" srcId="{8C3AADDF-3B77-437E-B01A-A69E960108D1}" destId="{F4DBEEC3-5EEB-4F94-822E-538B30165D5F}" srcOrd="0" destOrd="0" presId="urn:microsoft.com/office/officeart/2008/layout/VerticalCurvedList"/>
    <dgm:cxn modelId="{5A0DCE32-8DF8-4395-AB09-1668DACB3D44}" srcId="{B05373C4-EB2D-4020-99EA-220913A1EC6E}" destId="{AC04026C-8943-4DE1-8064-94CC365CC42C}" srcOrd="0" destOrd="0" parTransId="{F25628A4-92F1-4664-A7BB-28678FA450B8}" sibTransId="{DB8BBE35-2D55-43F0-B2EC-674DDE46F5DE}"/>
    <dgm:cxn modelId="{6861475B-3FC2-4A05-B3FB-B50C8A1380FD}" type="presOf" srcId="{99652DC1-176D-456B-8EAC-F521EA9D4025}" destId="{FD4C5BF7-BAE4-439F-9FC0-685442FA3241}" srcOrd="0" destOrd="0" presId="urn:microsoft.com/office/officeart/2008/layout/VerticalCurvedList"/>
    <dgm:cxn modelId="{8833495D-E235-448C-A2AC-AF9CFDFB8433}" srcId="{B05373C4-EB2D-4020-99EA-220913A1EC6E}" destId="{8C3AADDF-3B77-437E-B01A-A69E960108D1}" srcOrd="3" destOrd="0" parTransId="{E480DD2B-F022-426D-8C1A-52AAF2871D55}" sibTransId="{D6C4AB7D-3A43-429B-B86F-A5947482E499}"/>
    <dgm:cxn modelId="{419D4260-B41C-4F54-8F2C-E9BAC25FCE7C}" srcId="{B05373C4-EB2D-4020-99EA-220913A1EC6E}" destId="{99652DC1-176D-456B-8EAC-F521EA9D4025}" srcOrd="1" destOrd="0" parTransId="{D513A098-CF10-441C-B135-83F3B4C414E6}" sibTransId="{5949E421-DED4-46A6-BF7E-7009877FFD93}"/>
    <dgm:cxn modelId="{7AB8F17A-3FFA-4E82-AD07-5C0EBB503F6D}" srcId="{B05373C4-EB2D-4020-99EA-220913A1EC6E}" destId="{80C510EC-546E-4C4B-95BE-DE741832B93F}" srcOrd="2" destOrd="0" parTransId="{3D2C17DB-2326-4A39-A0C2-80B1617B8A24}" sibTransId="{BAD6010F-686C-4A12-B634-0D93D0DD4049}"/>
    <dgm:cxn modelId="{ADB12C9F-23F2-4203-A389-6D690D57FBE8}" type="presOf" srcId="{80C510EC-546E-4C4B-95BE-DE741832B93F}" destId="{68D64B07-F0F3-4854-A67D-738BEC082795}" srcOrd="0" destOrd="0" presId="urn:microsoft.com/office/officeart/2008/layout/VerticalCurvedList"/>
    <dgm:cxn modelId="{BA3A2429-B15B-4634-8FF2-DD32E57DFDF6}" type="presParOf" srcId="{45ECE6B9-41FD-473C-A5DF-ADF37695C5A5}" destId="{848861B1-4855-49F9-AD1E-BCBB9680EE00}" srcOrd="0" destOrd="0" presId="urn:microsoft.com/office/officeart/2008/layout/VerticalCurvedList"/>
    <dgm:cxn modelId="{A6AB59F2-0048-48DA-9FF8-60D425569C24}" type="presParOf" srcId="{848861B1-4855-49F9-AD1E-BCBB9680EE00}" destId="{1E99B39F-7603-443E-8282-8DFB4D57E9D9}" srcOrd="0" destOrd="0" presId="urn:microsoft.com/office/officeart/2008/layout/VerticalCurvedList"/>
    <dgm:cxn modelId="{80BFA19D-D792-4B51-9541-3AD2049257C2}" type="presParOf" srcId="{1E99B39F-7603-443E-8282-8DFB4D57E9D9}" destId="{D73DB3C1-8E05-43AC-9890-114EBA40E1A9}" srcOrd="0" destOrd="0" presId="urn:microsoft.com/office/officeart/2008/layout/VerticalCurvedList"/>
    <dgm:cxn modelId="{927EDE45-1BC5-474A-B684-0B3C7997D616}" type="presParOf" srcId="{1E99B39F-7603-443E-8282-8DFB4D57E9D9}" destId="{C57C0AEA-0D67-4683-9D73-88F649F1E4B6}" srcOrd="1" destOrd="0" presId="urn:microsoft.com/office/officeart/2008/layout/VerticalCurvedList"/>
    <dgm:cxn modelId="{35F02300-ED9D-41A5-81A0-C9E31038CF55}" type="presParOf" srcId="{1E99B39F-7603-443E-8282-8DFB4D57E9D9}" destId="{F7A48A48-0372-4078-BAA9-FEBE25A8B37E}" srcOrd="2" destOrd="0" presId="urn:microsoft.com/office/officeart/2008/layout/VerticalCurvedList"/>
    <dgm:cxn modelId="{2557779E-1C92-4E0F-8ED3-526BE7DBDD98}" type="presParOf" srcId="{1E99B39F-7603-443E-8282-8DFB4D57E9D9}" destId="{70DAC2C5-CF62-4E8C-B999-698CE05A0C58}" srcOrd="3" destOrd="0" presId="urn:microsoft.com/office/officeart/2008/layout/VerticalCurvedList"/>
    <dgm:cxn modelId="{40EEEF30-06C6-4E46-A178-C8C8C359EBB2}" type="presParOf" srcId="{848861B1-4855-49F9-AD1E-BCBB9680EE00}" destId="{B3F8E166-B879-4905-8302-6A16497DE58D}" srcOrd="1" destOrd="0" presId="urn:microsoft.com/office/officeart/2008/layout/VerticalCurvedList"/>
    <dgm:cxn modelId="{C2D4F24E-B2A5-4373-8E1B-E2E1B923705C}" type="presParOf" srcId="{848861B1-4855-49F9-AD1E-BCBB9680EE00}" destId="{6D7F61E5-B600-4128-B32B-948FA84B1B28}" srcOrd="2" destOrd="0" presId="urn:microsoft.com/office/officeart/2008/layout/VerticalCurvedList"/>
    <dgm:cxn modelId="{D4684061-E9A2-4BE2-BA5E-0C8A2FE6C7BE}" type="presParOf" srcId="{6D7F61E5-B600-4128-B32B-948FA84B1B28}" destId="{11155DC9-CEE2-4A9D-B5CD-C76BAFE99D46}" srcOrd="0" destOrd="0" presId="urn:microsoft.com/office/officeart/2008/layout/VerticalCurvedList"/>
    <dgm:cxn modelId="{CA97EFDB-55C5-445C-B331-E38E8A241223}" type="presParOf" srcId="{848861B1-4855-49F9-AD1E-BCBB9680EE00}" destId="{FD4C5BF7-BAE4-439F-9FC0-685442FA3241}" srcOrd="3" destOrd="0" presId="urn:microsoft.com/office/officeart/2008/layout/VerticalCurvedList"/>
    <dgm:cxn modelId="{5B9A46DA-8A7A-4580-8A4E-DC33F5C83076}" type="presParOf" srcId="{848861B1-4855-49F9-AD1E-BCBB9680EE00}" destId="{EDAE6DC9-E159-4552-9DF3-A580C254CC77}" srcOrd="4" destOrd="0" presId="urn:microsoft.com/office/officeart/2008/layout/VerticalCurvedList"/>
    <dgm:cxn modelId="{C3A3C6C0-84E1-4C11-88B3-C3139087E2C2}" type="presParOf" srcId="{EDAE6DC9-E159-4552-9DF3-A580C254CC77}" destId="{E37DE91B-59D8-4681-82E5-CFE0AB830C2F}" srcOrd="0" destOrd="0" presId="urn:microsoft.com/office/officeart/2008/layout/VerticalCurvedList"/>
    <dgm:cxn modelId="{94503CC8-E9C3-4B40-ABEF-49779F2E6DC1}" type="presParOf" srcId="{848861B1-4855-49F9-AD1E-BCBB9680EE00}" destId="{68D64B07-F0F3-4854-A67D-738BEC082795}" srcOrd="5" destOrd="0" presId="urn:microsoft.com/office/officeart/2008/layout/VerticalCurvedList"/>
    <dgm:cxn modelId="{A3F870B5-A01D-4525-8FBE-CE5ADCC9F487}" type="presParOf" srcId="{848861B1-4855-49F9-AD1E-BCBB9680EE00}" destId="{A96A9757-18D4-4FF1-B924-DA50D2E66AC2}" srcOrd="6" destOrd="0" presId="urn:microsoft.com/office/officeart/2008/layout/VerticalCurvedList"/>
    <dgm:cxn modelId="{29E0A57A-AD83-4F6D-AD2F-B21C374B0064}" type="presParOf" srcId="{A96A9757-18D4-4FF1-B924-DA50D2E66AC2}" destId="{AD9E0D43-882F-426D-B459-25F0ECB696DC}" srcOrd="0" destOrd="0" presId="urn:microsoft.com/office/officeart/2008/layout/VerticalCurvedList"/>
    <dgm:cxn modelId="{3D6736AA-46C2-442B-9212-6B2A07CF1EEB}" type="presParOf" srcId="{848861B1-4855-49F9-AD1E-BCBB9680EE00}" destId="{F4DBEEC3-5EEB-4F94-822E-538B30165D5F}" srcOrd="7" destOrd="0" presId="urn:microsoft.com/office/officeart/2008/layout/VerticalCurvedList"/>
    <dgm:cxn modelId="{C3263B0E-8CCD-483E-BC3A-63E1D52505A1}" type="presParOf" srcId="{848861B1-4855-49F9-AD1E-BCBB9680EE00}" destId="{3F6C3B8B-98B7-4330-8472-F19B73DA5EE1}" srcOrd="8" destOrd="0" presId="urn:microsoft.com/office/officeart/2008/layout/VerticalCurvedList"/>
    <dgm:cxn modelId="{796F502C-C162-403C-A35A-9E71CF813D80}" type="presParOf" srcId="{3F6C3B8B-98B7-4330-8472-F19B73DA5EE1}" destId="{8A497CD2-F8DE-4EC1-ACA4-CC06B3A4791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7D62249-9487-4428-8662-BD435A60594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F99BAF4-A52D-44D3-AD32-A92EB29CC6A4}">
      <dgm:prSet custT="1"/>
      <dgm:spPr/>
      <dgm:t>
        <a:bodyPr/>
        <a:lstStyle/>
        <a:p>
          <a:pPr rtl="0"/>
          <a:r>
            <a:rPr lang="en-US" sz="1800" dirty="0"/>
            <a:t>Developed by </a:t>
          </a:r>
          <a:r>
            <a:rPr lang="en-US" sz="18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Netscape</a:t>
          </a:r>
          <a:r>
            <a:rPr lang="en-US" sz="1800" dirty="0"/>
            <a:t> in </a:t>
          </a:r>
          <a:r>
            <a:rPr lang="en-US" sz="1800" b="1" dirty="0">
              <a:solidFill>
                <a:schemeClr val="tx1"/>
              </a:solidFill>
              <a:highlight>
                <a:srgbClr val="FFFF00"/>
              </a:highlight>
            </a:rPr>
            <a:t>1990s</a:t>
          </a:r>
        </a:p>
      </dgm:t>
    </dgm:pt>
    <dgm:pt modelId="{4339D694-CE8B-4B08-ACDB-8DE33C0BB765}" type="parTrans" cxnId="{A021E5ED-308B-43FE-99B1-F0167769DAFD}">
      <dgm:prSet/>
      <dgm:spPr/>
      <dgm:t>
        <a:bodyPr/>
        <a:lstStyle/>
        <a:p>
          <a:endParaRPr lang="en-US" sz="1800"/>
        </a:p>
      </dgm:t>
    </dgm:pt>
    <dgm:pt modelId="{8DEBFC4C-3747-4263-BED1-063C7C55D72F}" type="sibTrans" cxnId="{A021E5ED-308B-43FE-99B1-F0167769DAFD}">
      <dgm:prSet/>
      <dgm:spPr/>
      <dgm:t>
        <a:bodyPr/>
        <a:lstStyle/>
        <a:p>
          <a:endParaRPr lang="en-US" sz="1800"/>
        </a:p>
      </dgm:t>
    </dgm:pt>
    <dgm:pt modelId="{9CE4B387-97FD-4C1F-8B80-E3C462B6786C}">
      <dgm:prSet custT="1"/>
      <dgm:spPr/>
      <dgm:t>
        <a:bodyPr/>
        <a:lstStyle/>
        <a:p>
          <a:pPr rtl="0"/>
          <a:r>
            <a:rPr lang="en-US" sz="1800" dirty="0"/>
            <a:t>Standard for exchanging secure data</a:t>
          </a:r>
        </a:p>
      </dgm:t>
    </dgm:pt>
    <dgm:pt modelId="{582B3AF0-D8C2-439F-87BD-5D6423F1349D}" type="parTrans" cxnId="{7D986FEF-D3F7-4770-B18F-486B8DF515A6}">
      <dgm:prSet/>
      <dgm:spPr/>
      <dgm:t>
        <a:bodyPr/>
        <a:lstStyle/>
        <a:p>
          <a:endParaRPr lang="en-US" sz="1800"/>
        </a:p>
      </dgm:t>
    </dgm:pt>
    <dgm:pt modelId="{5EA88E10-E198-4E9B-81D6-333FD14379F7}" type="sibTrans" cxnId="{7D986FEF-D3F7-4770-B18F-486B8DF515A6}">
      <dgm:prSet/>
      <dgm:spPr/>
      <dgm:t>
        <a:bodyPr/>
        <a:lstStyle/>
        <a:p>
          <a:endParaRPr lang="en-US" sz="1800"/>
        </a:p>
      </dgm:t>
    </dgm:pt>
    <dgm:pt modelId="{07190835-15D0-4135-B469-B1E30F580897}">
      <dgm:prSet custT="1"/>
      <dgm:spPr/>
      <dgm:t>
        <a:bodyPr/>
        <a:lstStyle/>
        <a:p>
          <a:pPr rtl="0"/>
          <a:r>
            <a:rPr lang="en-US" sz="1800" dirty="0"/>
            <a:t>Encrypts information prior to transmission</a:t>
          </a:r>
        </a:p>
      </dgm:t>
    </dgm:pt>
    <dgm:pt modelId="{2518C634-0C88-4BD3-9044-4DEA0D69D5BD}" type="parTrans" cxnId="{8FCFDE11-C6A6-48FA-80B2-65F9F253CCD5}">
      <dgm:prSet/>
      <dgm:spPr/>
      <dgm:t>
        <a:bodyPr/>
        <a:lstStyle/>
        <a:p>
          <a:endParaRPr lang="en-US" sz="1800"/>
        </a:p>
      </dgm:t>
    </dgm:pt>
    <dgm:pt modelId="{46330FD4-DD45-4645-82EF-3B3EEC9A80E7}" type="sibTrans" cxnId="{8FCFDE11-C6A6-48FA-80B2-65F9F253CCD5}">
      <dgm:prSet/>
      <dgm:spPr/>
      <dgm:t>
        <a:bodyPr/>
        <a:lstStyle/>
        <a:p>
          <a:endParaRPr lang="en-US" sz="1800"/>
        </a:p>
      </dgm:t>
    </dgm:pt>
    <dgm:pt modelId="{35BE5F3D-C762-4C13-8931-31AB57216226}">
      <dgm:prSet custT="1"/>
      <dgm:spPr/>
      <dgm:t>
        <a:bodyPr/>
        <a:lstStyle/>
        <a:p>
          <a:pPr rtl="0"/>
          <a:r>
            <a:rPr lang="en-US" sz="1800" dirty="0"/>
            <a:t>Decrypts upon receipt</a:t>
          </a:r>
        </a:p>
      </dgm:t>
    </dgm:pt>
    <dgm:pt modelId="{3C7D2997-7D09-4141-97D8-BCA805453FDA}" type="parTrans" cxnId="{4B3C38CB-B66B-4AED-BC84-70A2AEBE5869}">
      <dgm:prSet/>
      <dgm:spPr/>
      <dgm:t>
        <a:bodyPr/>
        <a:lstStyle/>
        <a:p>
          <a:endParaRPr lang="en-US" sz="1800"/>
        </a:p>
      </dgm:t>
    </dgm:pt>
    <dgm:pt modelId="{26636B94-937D-4E41-B6BF-1B02F6FD1555}" type="sibTrans" cxnId="{4B3C38CB-B66B-4AED-BC84-70A2AEBE5869}">
      <dgm:prSet/>
      <dgm:spPr/>
      <dgm:t>
        <a:bodyPr/>
        <a:lstStyle/>
        <a:p>
          <a:endParaRPr lang="en-US" sz="1800"/>
        </a:p>
      </dgm:t>
    </dgm:pt>
    <dgm:pt modelId="{E8A9CB98-57DF-4A87-BF53-A06D49ECC09F}">
      <dgm:prSet custT="1"/>
      <dgm:spPr/>
      <dgm:t>
        <a:bodyPr/>
        <a:lstStyle/>
        <a:p>
          <a:pPr rtl="0"/>
          <a:r>
            <a:rPr lang="en-US" sz="1800" dirty="0"/>
            <a:t>Combines asymmetric and symmetric systems</a:t>
          </a:r>
        </a:p>
      </dgm:t>
    </dgm:pt>
    <dgm:pt modelId="{1B4BDBF5-64E5-4F61-A2F1-F585FF83439B}" type="parTrans" cxnId="{CC0EA9AE-B1B6-43A5-89A2-106477E9592D}">
      <dgm:prSet/>
      <dgm:spPr/>
      <dgm:t>
        <a:bodyPr/>
        <a:lstStyle/>
        <a:p>
          <a:endParaRPr lang="en-US" sz="1800"/>
        </a:p>
      </dgm:t>
    </dgm:pt>
    <dgm:pt modelId="{173060B1-97A6-4AA5-98FC-277545219305}" type="sibTrans" cxnId="{CC0EA9AE-B1B6-43A5-89A2-106477E9592D}">
      <dgm:prSet/>
      <dgm:spPr/>
      <dgm:t>
        <a:bodyPr/>
        <a:lstStyle/>
        <a:p>
          <a:endParaRPr lang="en-US" sz="1800"/>
        </a:p>
      </dgm:t>
    </dgm:pt>
    <dgm:pt modelId="{3D9D9564-7DA1-4D85-AE54-8BA6ED6719DB}" type="pres">
      <dgm:prSet presAssocID="{F7D62249-9487-4428-8662-BD435A60594C}" presName="Name0" presStyleCnt="0">
        <dgm:presLayoutVars>
          <dgm:chMax val="7"/>
          <dgm:chPref val="7"/>
          <dgm:dir/>
        </dgm:presLayoutVars>
      </dgm:prSet>
      <dgm:spPr/>
    </dgm:pt>
    <dgm:pt modelId="{83704DEA-F027-4D6E-9112-45034671675A}" type="pres">
      <dgm:prSet presAssocID="{F7D62249-9487-4428-8662-BD435A60594C}" presName="Name1" presStyleCnt="0"/>
      <dgm:spPr/>
    </dgm:pt>
    <dgm:pt modelId="{86C67299-A29D-4E7B-8BDC-00E80F65CB85}" type="pres">
      <dgm:prSet presAssocID="{F7D62249-9487-4428-8662-BD435A60594C}" presName="cycle" presStyleCnt="0"/>
      <dgm:spPr/>
    </dgm:pt>
    <dgm:pt modelId="{763ED305-C348-4AFC-BD88-63805AEA9D4A}" type="pres">
      <dgm:prSet presAssocID="{F7D62249-9487-4428-8662-BD435A60594C}" presName="srcNode" presStyleLbl="node1" presStyleIdx="0" presStyleCnt="5"/>
      <dgm:spPr/>
    </dgm:pt>
    <dgm:pt modelId="{15BA5566-C7CA-47CD-8483-8EE6DD67A8BF}" type="pres">
      <dgm:prSet presAssocID="{F7D62249-9487-4428-8662-BD435A60594C}" presName="conn" presStyleLbl="parChTrans1D2" presStyleIdx="0" presStyleCnt="1"/>
      <dgm:spPr/>
    </dgm:pt>
    <dgm:pt modelId="{8EC5C7CF-53A7-478D-BDD9-12B5D63D9B47}" type="pres">
      <dgm:prSet presAssocID="{F7D62249-9487-4428-8662-BD435A60594C}" presName="extraNode" presStyleLbl="node1" presStyleIdx="0" presStyleCnt="5"/>
      <dgm:spPr/>
    </dgm:pt>
    <dgm:pt modelId="{F26C3328-988F-4E5E-922E-D1765BCA6AAB}" type="pres">
      <dgm:prSet presAssocID="{F7D62249-9487-4428-8662-BD435A60594C}" presName="dstNode" presStyleLbl="node1" presStyleIdx="0" presStyleCnt="5"/>
      <dgm:spPr/>
    </dgm:pt>
    <dgm:pt modelId="{864AAAF8-BA2F-4B3B-8F54-F1167C5F7CF1}" type="pres">
      <dgm:prSet presAssocID="{9F99BAF4-A52D-44D3-AD32-A92EB29CC6A4}" presName="text_1" presStyleLbl="node1" presStyleIdx="0" presStyleCnt="5">
        <dgm:presLayoutVars>
          <dgm:bulletEnabled val="1"/>
        </dgm:presLayoutVars>
      </dgm:prSet>
      <dgm:spPr/>
    </dgm:pt>
    <dgm:pt modelId="{23EFE183-9C7C-497B-8B64-C5C3E400ED1E}" type="pres">
      <dgm:prSet presAssocID="{9F99BAF4-A52D-44D3-AD32-A92EB29CC6A4}" presName="accent_1" presStyleCnt="0"/>
      <dgm:spPr/>
    </dgm:pt>
    <dgm:pt modelId="{E1F2DE42-4A0A-42E1-9081-A284049C3A22}" type="pres">
      <dgm:prSet presAssocID="{9F99BAF4-A52D-44D3-AD32-A92EB29CC6A4}" presName="accentRepeatNode" presStyleLbl="solidFgAcc1" presStyleIdx="0" presStyleCnt="5"/>
      <dgm:spPr/>
    </dgm:pt>
    <dgm:pt modelId="{E87E247B-FBCF-408F-AE23-06B376CCB04F}" type="pres">
      <dgm:prSet presAssocID="{9CE4B387-97FD-4C1F-8B80-E3C462B6786C}" presName="text_2" presStyleLbl="node1" presStyleIdx="1" presStyleCnt="5">
        <dgm:presLayoutVars>
          <dgm:bulletEnabled val="1"/>
        </dgm:presLayoutVars>
      </dgm:prSet>
      <dgm:spPr/>
    </dgm:pt>
    <dgm:pt modelId="{2FE7E90E-6BA9-45D5-AE5F-0B97E8323EE8}" type="pres">
      <dgm:prSet presAssocID="{9CE4B387-97FD-4C1F-8B80-E3C462B6786C}" presName="accent_2" presStyleCnt="0"/>
      <dgm:spPr/>
    </dgm:pt>
    <dgm:pt modelId="{906FDDAA-04A4-4609-8CD8-5F24D1BDDFAD}" type="pres">
      <dgm:prSet presAssocID="{9CE4B387-97FD-4C1F-8B80-E3C462B6786C}" presName="accentRepeatNode" presStyleLbl="solidFgAcc1" presStyleIdx="1" presStyleCnt="5"/>
      <dgm:spPr/>
    </dgm:pt>
    <dgm:pt modelId="{8EA5D195-A90C-47DD-8284-7A3DD7E96BC3}" type="pres">
      <dgm:prSet presAssocID="{07190835-15D0-4135-B469-B1E30F580897}" presName="text_3" presStyleLbl="node1" presStyleIdx="2" presStyleCnt="5">
        <dgm:presLayoutVars>
          <dgm:bulletEnabled val="1"/>
        </dgm:presLayoutVars>
      </dgm:prSet>
      <dgm:spPr/>
    </dgm:pt>
    <dgm:pt modelId="{84EF7FB5-A3F7-4E83-8C04-481831B40635}" type="pres">
      <dgm:prSet presAssocID="{07190835-15D0-4135-B469-B1E30F580897}" presName="accent_3" presStyleCnt="0"/>
      <dgm:spPr/>
    </dgm:pt>
    <dgm:pt modelId="{83E2C86C-97DC-4DB7-B8CA-37AEF10ADD81}" type="pres">
      <dgm:prSet presAssocID="{07190835-15D0-4135-B469-B1E30F580897}" presName="accentRepeatNode" presStyleLbl="solidFgAcc1" presStyleIdx="2" presStyleCnt="5"/>
      <dgm:spPr/>
    </dgm:pt>
    <dgm:pt modelId="{243E45E9-9298-438E-A1D1-DA3C0B445927}" type="pres">
      <dgm:prSet presAssocID="{35BE5F3D-C762-4C13-8931-31AB57216226}" presName="text_4" presStyleLbl="node1" presStyleIdx="3" presStyleCnt="5">
        <dgm:presLayoutVars>
          <dgm:bulletEnabled val="1"/>
        </dgm:presLayoutVars>
      </dgm:prSet>
      <dgm:spPr/>
    </dgm:pt>
    <dgm:pt modelId="{475F9557-9627-408A-BE3D-5FA1BA6196A6}" type="pres">
      <dgm:prSet presAssocID="{35BE5F3D-C762-4C13-8931-31AB57216226}" presName="accent_4" presStyleCnt="0"/>
      <dgm:spPr/>
    </dgm:pt>
    <dgm:pt modelId="{D2198447-856E-44BB-9607-1C16BCEB5A29}" type="pres">
      <dgm:prSet presAssocID="{35BE5F3D-C762-4C13-8931-31AB57216226}" presName="accentRepeatNode" presStyleLbl="solidFgAcc1" presStyleIdx="3" presStyleCnt="5"/>
      <dgm:spPr/>
    </dgm:pt>
    <dgm:pt modelId="{5DC71FE5-2972-49B0-A890-56F818B14C41}" type="pres">
      <dgm:prSet presAssocID="{E8A9CB98-57DF-4A87-BF53-A06D49ECC09F}" presName="text_5" presStyleLbl="node1" presStyleIdx="4" presStyleCnt="5">
        <dgm:presLayoutVars>
          <dgm:bulletEnabled val="1"/>
        </dgm:presLayoutVars>
      </dgm:prSet>
      <dgm:spPr/>
    </dgm:pt>
    <dgm:pt modelId="{5F5A94DF-6D59-4441-ACFB-4B8CB7EA6F43}" type="pres">
      <dgm:prSet presAssocID="{E8A9CB98-57DF-4A87-BF53-A06D49ECC09F}" presName="accent_5" presStyleCnt="0"/>
      <dgm:spPr/>
    </dgm:pt>
    <dgm:pt modelId="{CE8EC7A7-88B3-4EBE-A1FA-0EC7E032179A}" type="pres">
      <dgm:prSet presAssocID="{E8A9CB98-57DF-4A87-BF53-A06D49ECC09F}" presName="accentRepeatNode" presStyleLbl="solidFgAcc1" presStyleIdx="4" presStyleCnt="5"/>
      <dgm:spPr/>
    </dgm:pt>
  </dgm:ptLst>
  <dgm:cxnLst>
    <dgm:cxn modelId="{F376790B-43ED-4C88-A46A-30A2EEB93BB6}" type="presOf" srcId="{8DEBFC4C-3747-4263-BED1-063C7C55D72F}" destId="{15BA5566-C7CA-47CD-8483-8EE6DD67A8BF}" srcOrd="0" destOrd="0" presId="urn:microsoft.com/office/officeart/2008/layout/VerticalCurvedList"/>
    <dgm:cxn modelId="{8FCFDE11-C6A6-48FA-80B2-65F9F253CCD5}" srcId="{F7D62249-9487-4428-8662-BD435A60594C}" destId="{07190835-15D0-4135-B469-B1E30F580897}" srcOrd="2" destOrd="0" parTransId="{2518C634-0C88-4BD3-9044-4DEA0D69D5BD}" sibTransId="{46330FD4-DD45-4645-82EF-3B3EEC9A80E7}"/>
    <dgm:cxn modelId="{08B3C818-FF84-4CA9-B36B-5D868D12240E}" type="presOf" srcId="{F7D62249-9487-4428-8662-BD435A60594C}" destId="{3D9D9564-7DA1-4D85-AE54-8BA6ED6719DB}" srcOrd="0" destOrd="0" presId="urn:microsoft.com/office/officeart/2008/layout/VerticalCurvedList"/>
    <dgm:cxn modelId="{4EBE975D-52A5-42DF-8B62-26C3F351EB8B}" type="presOf" srcId="{35BE5F3D-C762-4C13-8931-31AB57216226}" destId="{243E45E9-9298-438E-A1D1-DA3C0B445927}" srcOrd="0" destOrd="0" presId="urn:microsoft.com/office/officeart/2008/layout/VerticalCurvedList"/>
    <dgm:cxn modelId="{6EC5DF68-475B-4336-8F8D-D88176ADB37C}" type="presOf" srcId="{9F99BAF4-A52D-44D3-AD32-A92EB29CC6A4}" destId="{864AAAF8-BA2F-4B3B-8F54-F1167C5F7CF1}" srcOrd="0" destOrd="0" presId="urn:microsoft.com/office/officeart/2008/layout/VerticalCurvedList"/>
    <dgm:cxn modelId="{AB268C4B-49B1-4B8E-B199-29C85152903B}" type="presOf" srcId="{9CE4B387-97FD-4C1F-8B80-E3C462B6786C}" destId="{E87E247B-FBCF-408F-AE23-06B376CCB04F}" srcOrd="0" destOrd="0" presId="urn:microsoft.com/office/officeart/2008/layout/VerticalCurvedList"/>
    <dgm:cxn modelId="{94B9644C-3080-46A0-80AD-7276DCC11EF8}" type="presOf" srcId="{07190835-15D0-4135-B469-B1E30F580897}" destId="{8EA5D195-A90C-47DD-8284-7A3DD7E96BC3}" srcOrd="0" destOrd="0" presId="urn:microsoft.com/office/officeart/2008/layout/VerticalCurvedList"/>
    <dgm:cxn modelId="{E278D677-6875-45E3-AC84-766C2B26A1AE}" type="presOf" srcId="{E8A9CB98-57DF-4A87-BF53-A06D49ECC09F}" destId="{5DC71FE5-2972-49B0-A890-56F818B14C41}" srcOrd="0" destOrd="0" presId="urn:microsoft.com/office/officeart/2008/layout/VerticalCurvedList"/>
    <dgm:cxn modelId="{CC0EA9AE-B1B6-43A5-89A2-106477E9592D}" srcId="{F7D62249-9487-4428-8662-BD435A60594C}" destId="{E8A9CB98-57DF-4A87-BF53-A06D49ECC09F}" srcOrd="4" destOrd="0" parTransId="{1B4BDBF5-64E5-4F61-A2F1-F585FF83439B}" sibTransId="{173060B1-97A6-4AA5-98FC-277545219305}"/>
    <dgm:cxn modelId="{4B3C38CB-B66B-4AED-BC84-70A2AEBE5869}" srcId="{F7D62249-9487-4428-8662-BD435A60594C}" destId="{35BE5F3D-C762-4C13-8931-31AB57216226}" srcOrd="3" destOrd="0" parTransId="{3C7D2997-7D09-4141-97D8-BCA805453FDA}" sibTransId="{26636B94-937D-4E41-B6BF-1B02F6FD1555}"/>
    <dgm:cxn modelId="{A021E5ED-308B-43FE-99B1-F0167769DAFD}" srcId="{F7D62249-9487-4428-8662-BD435A60594C}" destId="{9F99BAF4-A52D-44D3-AD32-A92EB29CC6A4}" srcOrd="0" destOrd="0" parTransId="{4339D694-CE8B-4B08-ACDB-8DE33C0BB765}" sibTransId="{8DEBFC4C-3747-4263-BED1-063C7C55D72F}"/>
    <dgm:cxn modelId="{7D986FEF-D3F7-4770-B18F-486B8DF515A6}" srcId="{F7D62249-9487-4428-8662-BD435A60594C}" destId="{9CE4B387-97FD-4C1F-8B80-E3C462B6786C}" srcOrd="1" destOrd="0" parTransId="{582B3AF0-D8C2-439F-87BD-5D6423F1349D}" sibTransId="{5EA88E10-E198-4E9B-81D6-333FD14379F7}"/>
    <dgm:cxn modelId="{C1DF14CA-3433-44B0-8D2C-DCCB1A9A85FA}" type="presParOf" srcId="{3D9D9564-7DA1-4D85-AE54-8BA6ED6719DB}" destId="{83704DEA-F027-4D6E-9112-45034671675A}" srcOrd="0" destOrd="0" presId="urn:microsoft.com/office/officeart/2008/layout/VerticalCurvedList"/>
    <dgm:cxn modelId="{EAC69710-C74E-4B58-88B6-999A42C8B79A}" type="presParOf" srcId="{83704DEA-F027-4D6E-9112-45034671675A}" destId="{86C67299-A29D-4E7B-8BDC-00E80F65CB85}" srcOrd="0" destOrd="0" presId="urn:microsoft.com/office/officeart/2008/layout/VerticalCurvedList"/>
    <dgm:cxn modelId="{C09D1A2B-FD57-4240-A27F-566461B3A5F9}" type="presParOf" srcId="{86C67299-A29D-4E7B-8BDC-00E80F65CB85}" destId="{763ED305-C348-4AFC-BD88-63805AEA9D4A}" srcOrd="0" destOrd="0" presId="urn:microsoft.com/office/officeart/2008/layout/VerticalCurvedList"/>
    <dgm:cxn modelId="{3C97B4F5-B860-4BD5-8538-4D4707D5F00D}" type="presParOf" srcId="{86C67299-A29D-4E7B-8BDC-00E80F65CB85}" destId="{15BA5566-C7CA-47CD-8483-8EE6DD67A8BF}" srcOrd="1" destOrd="0" presId="urn:microsoft.com/office/officeart/2008/layout/VerticalCurvedList"/>
    <dgm:cxn modelId="{F8A538EC-C2AD-4841-B054-CD0BDBEEAF5B}" type="presParOf" srcId="{86C67299-A29D-4E7B-8BDC-00E80F65CB85}" destId="{8EC5C7CF-53A7-478D-BDD9-12B5D63D9B47}" srcOrd="2" destOrd="0" presId="urn:microsoft.com/office/officeart/2008/layout/VerticalCurvedList"/>
    <dgm:cxn modelId="{48E9392F-ED99-4247-8EDF-0F35BD81AC44}" type="presParOf" srcId="{86C67299-A29D-4E7B-8BDC-00E80F65CB85}" destId="{F26C3328-988F-4E5E-922E-D1765BCA6AAB}" srcOrd="3" destOrd="0" presId="urn:microsoft.com/office/officeart/2008/layout/VerticalCurvedList"/>
    <dgm:cxn modelId="{10323EE8-85E6-4F68-8482-735D6FE200F6}" type="presParOf" srcId="{83704DEA-F027-4D6E-9112-45034671675A}" destId="{864AAAF8-BA2F-4B3B-8F54-F1167C5F7CF1}" srcOrd="1" destOrd="0" presId="urn:microsoft.com/office/officeart/2008/layout/VerticalCurvedList"/>
    <dgm:cxn modelId="{DC698A10-D001-442E-A1CC-4A43D6EF1773}" type="presParOf" srcId="{83704DEA-F027-4D6E-9112-45034671675A}" destId="{23EFE183-9C7C-497B-8B64-C5C3E400ED1E}" srcOrd="2" destOrd="0" presId="urn:microsoft.com/office/officeart/2008/layout/VerticalCurvedList"/>
    <dgm:cxn modelId="{40B7A575-0AFC-4326-A0C9-62369949950C}" type="presParOf" srcId="{23EFE183-9C7C-497B-8B64-C5C3E400ED1E}" destId="{E1F2DE42-4A0A-42E1-9081-A284049C3A22}" srcOrd="0" destOrd="0" presId="urn:microsoft.com/office/officeart/2008/layout/VerticalCurvedList"/>
    <dgm:cxn modelId="{EA0C924B-02DC-4BF7-80EC-4F26DB7BFEBE}" type="presParOf" srcId="{83704DEA-F027-4D6E-9112-45034671675A}" destId="{E87E247B-FBCF-408F-AE23-06B376CCB04F}" srcOrd="3" destOrd="0" presId="urn:microsoft.com/office/officeart/2008/layout/VerticalCurvedList"/>
    <dgm:cxn modelId="{980C5D5B-3FC5-4D10-9AFC-2DA63FE011AD}" type="presParOf" srcId="{83704DEA-F027-4D6E-9112-45034671675A}" destId="{2FE7E90E-6BA9-45D5-AE5F-0B97E8323EE8}" srcOrd="4" destOrd="0" presId="urn:microsoft.com/office/officeart/2008/layout/VerticalCurvedList"/>
    <dgm:cxn modelId="{0295C881-18DC-4BA9-935F-3BF611A9C5AD}" type="presParOf" srcId="{2FE7E90E-6BA9-45D5-AE5F-0B97E8323EE8}" destId="{906FDDAA-04A4-4609-8CD8-5F24D1BDDFAD}" srcOrd="0" destOrd="0" presId="urn:microsoft.com/office/officeart/2008/layout/VerticalCurvedList"/>
    <dgm:cxn modelId="{93FB22E6-9C30-4EF3-9499-464FB7680DC6}" type="presParOf" srcId="{83704DEA-F027-4D6E-9112-45034671675A}" destId="{8EA5D195-A90C-47DD-8284-7A3DD7E96BC3}" srcOrd="5" destOrd="0" presId="urn:microsoft.com/office/officeart/2008/layout/VerticalCurvedList"/>
    <dgm:cxn modelId="{7066BDC0-8725-40B9-A230-3F24A867DA27}" type="presParOf" srcId="{83704DEA-F027-4D6E-9112-45034671675A}" destId="{84EF7FB5-A3F7-4E83-8C04-481831B40635}" srcOrd="6" destOrd="0" presId="urn:microsoft.com/office/officeart/2008/layout/VerticalCurvedList"/>
    <dgm:cxn modelId="{75C9F103-EC36-4504-8CC2-492BF206A7EE}" type="presParOf" srcId="{84EF7FB5-A3F7-4E83-8C04-481831B40635}" destId="{83E2C86C-97DC-4DB7-B8CA-37AEF10ADD81}" srcOrd="0" destOrd="0" presId="urn:microsoft.com/office/officeart/2008/layout/VerticalCurvedList"/>
    <dgm:cxn modelId="{F8B2D9D4-145E-469F-8E68-B95471178FD5}" type="presParOf" srcId="{83704DEA-F027-4D6E-9112-45034671675A}" destId="{243E45E9-9298-438E-A1D1-DA3C0B445927}" srcOrd="7" destOrd="0" presId="urn:microsoft.com/office/officeart/2008/layout/VerticalCurvedList"/>
    <dgm:cxn modelId="{06DC32D3-4FEE-4225-AE75-DFBCAE489EAC}" type="presParOf" srcId="{83704DEA-F027-4D6E-9112-45034671675A}" destId="{475F9557-9627-408A-BE3D-5FA1BA6196A6}" srcOrd="8" destOrd="0" presId="urn:microsoft.com/office/officeart/2008/layout/VerticalCurvedList"/>
    <dgm:cxn modelId="{6940EDD2-5C26-46F0-8A70-F3AC5F6A3FE9}" type="presParOf" srcId="{475F9557-9627-408A-BE3D-5FA1BA6196A6}" destId="{D2198447-856E-44BB-9607-1C16BCEB5A29}" srcOrd="0" destOrd="0" presId="urn:microsoft.com/office/officeart/2008/layout/VerticalCurvedList"/>
    <dgm:cxn modelId="{E1B71950-4CF9-4AA7-9858-FCE378520758}" type="presParOf" srcId="{83704DEA-F027-4D6E-9112-45034671675A}" destId="{5DC71FE5-2972-49B0-A890-56F818B14C41}" srcOrd="9" destOrd="0" presId="urn:microsoft.com/office/officeart/2008/layout/VerticalCurvedList"/>
    <dgm:cxn modelId="{27138847-C5A6-4240-917C-37674A867A38}" type="presParOf" srcId="{83704DEA-F027-4D6E-9112-45034671675A}" destId="{5F5A94DF-6D59-4441-ACFB-4B8CB7EA6F43}" srcOrd="10" destOrd="0" presId="urn:microsoft.com/office/officeart/2008/layout/VerticalCurvedList"/>
    <dgm:cxn modelId="{D72450B2-9CA0-45B6-A892-1A451CAA313A}" type="presParOf" srcId="{5F5A94DF-6D59-4441-ACFB-4B8CB7EA6F43}" destId="{CE8EC7A7-88B3-4EBE-A1FA-0EC7E032179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1E020-09C9-4C20-A107-B203BE98A778}">
      <dsp:nvSpPr>
        <dsp:cNvPr id="0" name=""/>
        <dsp:cNvSpPr/>
      </dsp:nvSpPr>
      <dsp:spPr>
        <a:xfrm>
          <a:off x="2395218" y="2262981"/>
          <a:ext cx="564116" cy="1612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2058" y="0"/>
              </a:lnTo>
              <a:lnTo>
                <a:pt x="282058" y="1612374"/>
              </a:lnTo>
              <a:lnTo>
                <a:pt x="564116" y="161237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2634571" y="3026463"/>
        <a:ext cx="85410" cy="85410"/>
      </dsp:txXfrm>
    </dsp:sp>
    <dsp:sp modelId="{26B8353E-D65C-4C53-A74E-C561F34B4E9E}">
      <dsp:nvSpPr>
        <dsp:cNvPr id="0" name=""/>
        <dsp:cNvSpPr/>
      </dsp:nvSpPr>
      <dsp:spPr>
        <a:xfrm>
          <a:off x="2395218" y="2262981"/>
          <a:ext cx="564116" cy="537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2058" y="0"/>
              </a:lnTo>
              <a:lnTo>
                <a:pt x="282058" y="537458"/>
              </a:lnTo>
              <a:lnTo>
                <a:pt x="564116" y="5374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2657797" y="2512231"/>
        <a:ext cx="38957" cy="38957"/>
      </dsp:txXfrm>
    </dsp:sp>
    <dsp:sp modelId="{844E89FC-4F40-4C64-9DED-3C0178728489}">
      <dsp:nvSpPr>
        <dsp:cNvPr id="0" name=""/>
        <dsp:cNvSpPr/>
      </dsp:nvSpPr>
      <dsp:spPr>
        <a:xfrm>
          <a:off x="2395218" y="1725523"/>
          <a:ext cx="564116" cy="537458"/>
        </a:xfrm>
        <a:custGeom>
          <a:avLst/>
          <a:gdLst/>
          <a:ahLst/>
          <a:cxnLst/>
          <a:rect l="0" t="0" r="0" b="0"/>
          <a:pathLst>
            <a:path>
              <a:moveTo>
                <a:pt x="0" y="537458"/>
              </a:moveTo>
              <a:lnTo>
                <a:pt x="282058" y="537458"/>
              </a:lnTo>
              <a:lnTo>
                <a:pt x="282058" y="0"/>
              </a:lnTo>
              <a:lnTo>
                <a:pt x="564116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2657797" y="1974773"/>
        <a:ext cx="38957" cy="38957"/>
      </dsp:txXfrm>
    </dsp:sp>
    <dsp:sp modelId="{AC081775-F231-4D11-8CD2-FCF0B4180ED4}">
      <dsp:nvSpPr>
        <dsp:cNvPr id="0" name=""/>
        <dsp:cNvSpPr/>
      </dsp:nvSpPr>
      <dsp:spPr>
        <a:xfrm>
          <a:off x="2395218" y="650607"/>
          <a:ext cx="564116" cy="1612374"/>
        </a:xfrm>
        <a:custGeom>
          <a:avLst/>
          <a:gdLst/>
          <a:ahLst/>
          <a:cxnLst/>
          <a:rect l="0" t="0" r="0" b="0"/>
          <a:pathLst>
            <a:path>
              <a:moveTo>
                <a:pt x="0" y="1612374"/>
              </a:moveTo>
              <a:lnTo>
                <a:pt x="282058" y="1612374"/>
              </a:lnTo>
              <a:lnTo>
                <a:pt x="282058" y="0"/>
              </a:lnTo>
              <a:lnTo>
                <a:pt x="564116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2634571" y="1414089"/>
        <a:ext cx="85410" cy="85410"/>
      </dsp:txXfrm>
    </dsp:sp>
    <dsp:sp modelId="{2ABAB4ED-A120-449A-945D-B705432AA872}">
      <dsp:nvSpPr>
        <dsp:cNvPr id="0" name=""/>
        <dsp:cNvSpPr/>
      </dsp:nvSpPr>
      <dsp:spPr>
        <a:xfrm rot="16200000">
          <a:off x="-297729" y="1833015"/>
          <a:ext cx="4525963" cy="859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1" u="sng" kern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Goals</a:t>
          </a:r>
          <a:endParaRPr lang="en-US" sz="2400" b="1" i="1" u="sng" kern="1200"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-297729" y="1833015"/>
        <a:ext cx="4525963" cy="859932"/>
      </dsp:txXfrm>
    </dsp:sp>
    <dsp:sp modelId="{821C4D3F-58E8-45C5-AAE3-E055D7A85ACC}">
      <dsp:nvSpPr>
        <dsp:cNvPr id="0" name=""/>
        <dsp:cNvSpPr/>
      </dsp:nvSpPr>
      <dsp:spPr>
        <a:xfrm>
          <a:off x="2959334" y="220640"/>
          <a:ext cx="2820580" cy="859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Confidentiality</a:t>
          </a:r>
          <a:endParaRPr lang="en-US" sz="2400" b="1" i="1" u="sng" kern="1200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59334" y="220640"/>
        <a:ext cx="2820580" cy="859932"/>
      </dsp:txXfrm>
    </dsp:sp>
    <dsp:sp modelId="{63602869-C2DC-4995-9118-753F6E3B8182}">
      <dsp:nvSpPr>
        <dsp:cNvPr id="0" name=""/>
        <dsp:cNvSpPr/>
      </dsp:nvSpPr>
      <dsp:spPr>
        <a:xfrm>
          <a:off x="2959334" y="1295556"/>
          <a:ext cx="2820580" cy="859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Integrity</a:t>
          </a:r>
          <a:endParaRPr lang="en-US" sz="2400" b="1" i="1" u="sng" kern="1200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59334" y="1295556"/>
        <a:ext cx="2820580" cy="859932"/>
      </dsp:txXfrm>
    </dsp:sp>
    <dsp:sp modelId="{F78AC6DA-58A1-49A8-B52C-6200F684B598}">
      <dsp:nvSpPr>
        <dsp:cNvPr id="0" name=""/>
        <dsp:cNvSpPr/>
      </dsp:nvSpPr>
      <dsp:spPr>
        <a:xfrm>
          <a:off x="2959334" y="2370473"/>
          <a:ext cx="2820580" cy="859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Nonrepudiation</a:t>
          </a:r>
          <a:endParaRPr lang="en-US" sz="2400" b="1" i="1" u="sng" kern="1200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59334" y="2370473"/>
        <a:ext cx="2820580" cy="859932"/>
      </dsp:txXfrm>
    </dsp:sp>
    <dsp:sp modelId="{526725C4-7574-4B0C-8828-37C30CEF2829}">
      <dsp:nvSpPr>
        <dsp:cNvPr id="0" name=""/>
        <dsp:cNvSpPr/>
      </dsp:nvSpPr>
      <dsp:spPr>
        <a:xfrm>
          <a:off x="2959334" y="3445389"/>
          <a:ext cx="2820580" cy="859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Authentication</a:t>
          </a:r>
          <a:endParaRPr lang="en-US" sz="2400" b="1" i="1" u="sng" kern="1200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59334" y="3445389"/>
        <a:ext cx="2820580" cy="859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4552AE-87F9-4FF1-95E9-A270BB299771}">
      <dsp:nvSpPr>
        <dsp:cNvPr id="0" name=""/>
        <dsp:cNvSpPr/>
      </dsp:nvSpPr>
      <dsp:spPr>
        <a:xfrm>
          <a:off x="1313440" y="1265006"/>
          <a:ext cx="1981191" cy="19810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does it do?</a:t>
          </a:r>
        </a:p>
      </dsp:txBody>
      <dsp:txXfrm>
        <a:off x="1603579" y="1555119"/>
        <a:ext cx="1400913" cy="1400788"/>
      </dsp:txXfrm>
    </dsp:sp>
    <dsp:sp modelId="{3943B3EE-81E4-4E6D-84C4-93AB351BA8D3}">
      <dsp:nvSpPr>
        <dsp:cNvPr id="0" name=""/>
        <dsp:cNvSpPr/>
      </dsp:nvSpPr>
      <dsp:spPr>
        <a:xfrm>
          <a:off x="292016" y="163387"/>
          <a:ext cx="3993210" cy="4162528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2B4C4-2554-4E06-9E9F-58F21F02982E}">
      <dsp:nvSpPr>
        <dsp:cNvPr id="0" name=""/>
        <dsp:cNvSpPr/>
      </dsp:nvSpPr>
      <dsp:spPr>
        <a:xfrm>
          <a:off x="2764142" y="0"/>
          <a:ext cx="1061560" cy="106133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16588-6ED2-4AB8-9262-529551E64782}">
      <dsp:nvSpPr>
        <dsp:cNvPr id="0" name=""/>
        <dsp:cNvSpPr/>
      </dsp:nvSpPr>
      <dsp:spPr>
        <a:xfrm>
          <a:off x="3906555" y="13577"/>
          <a:ext cx="1421036" cy="102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/>
            <a:t>Protects information</a:t>
          </a:r>
        </a:p>
      </dsp:txBody>
      <dsp:txXfrm>
        <a:off x="3906555" y="13577"/>
        <a:ext cx="1421036" cy="1027393"/>
      </dsp:txXfrm>
    </dsp:sp>
    <dsp:sp modelId="{DDFD4030-3C19-4A41-B40A-B31139F37F34}">
      <dsp:nvSpPr>
        <dsp:cNvPr id="0" name=""/>
        <dsp:cNvSpPr/>
      </dsp:nvSpPr>
      <dsp:spPr>
        <a:xfrm>
          <a:off x="3548242" y="988470"/>
          <a:ext cx="1061560" cy="1061338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42B3C-8C6F-4449-8F81-5576A2FAF9DC}">
      <dsp:nvSpPr>
        <dsp:cNvPr id="0" name=""/>
        <dsp:cNvSpPr/>
      </dsp:nvSpPr>
      <dsp:spPr>
        <a:xfrm>
          <a:off x="4687747" y="1007026"/>
          <a:ext cx="1421036" cy="102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/>
            <a:t>Way of blocking threats to secrecy</a:t>
          </a:r>
        </a:p>
      </dsp:txBody>
      <dsp:txXfrm>
        <a:off x="4687747" y="1007026"/>
        <a:ext cx="1421036" cy="1027393"/>
      </dsp:txXfrm>
    </dsp:sp>
    <dsp:sp modelId="{52E0B73B-2915-408A-A78B-071FB8578A58}">
      <dsp:nvSpPr>
        <dsp:cNvPr id="0" name=""/>
        <dsp:cNvSpPr/>
      </dsp:nvSpPr>
      <dsp:spPr>
        <a:xfrm>
          <a:off x="3544170" y="2441757"/>
          <a:ext cx="1061560" cy="106133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B22A7-BEED-463B-B221-3320D00C931F}">
      <dsp:nvSpPr>
        <dsp:cNvPr id="0" name=""/>
        <dsp:cNvSpPr/>
      </dsp:nvSpPr>
      <dsp:spPr>
        <a:xfrm>
          <a:off x="4687747" y="2458955"/>
          <a:ext cx="1421036" cy="102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/>
            <a:t>Preserves the state of information</a:t>
          </a:r>
        </a:p>
      </dsp:txBody>
      <dsp:txXfrm>
        <a:off x="4687747" y="2458955"/>
        <a:ext cx="1421036" cy="1027393"/>
      </dsp:txXfrm>
    </dsp:sp>
    <dsp:sp modelId="{E9404AD5-E5F9-4E57-978E-50503AE2A72A}">
      <dsp:nvSpPr>
        <dsp:cNvPr id="0" name=""/>
        <dsp:cNvSpPr/>
      </dsp:nvSpPr>
      <dsp:spPr>
        <a:xfrm>
          <a:off x="2764142" y="3464624"/>
          <a:ext cx="1061560" cy="1061338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D3694-1B2C-434C-8413-C12B1B9A54B3}">
      <dsp:nvSpPr>
        <dsp:cNvPr id="0" name=""/>
        <dsp:cNvSpPr/>
      </dsp:nvSpPr>
      <dsp:spPr>
        <a:xfrm>
          <a:off x="3906555" y="3486349"/>
          <a:ext cx="1421036" cy="102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/>
            <a:t>A constantly evolving body of knowledge</a:t>
          </a:r>
        </a:p>
      </dsp:txBody>
      <dsp:txXfrm>
        <a:off x="3906555" y="3486349"/>
        <a:ext cx="1421036" cy="1027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822F8-2B40-4F28-A536-7102E34B988A}">
      <dsp:nvSpPr>
        <dsp:cNvPr id="0" name=""/>
        <dsp:cNvSpPr/>
      </dsp:nvSpPr>
      <dsp:spPr>
        <a:xfrm>
          <a:off x="0" y="38819"/>
          <a:ext cx="5791200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Egyptian hieroglyphics had </a:t>
          </a:r>
          <a:r>
            <a:rPr lang="en-US" sz="2300" b="1" i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Spiritual</a:t>
          </a:r>
          <a:r>
            <a:rPr lang="en-US" sz="2300" kern="1200" dirty="0"/>
            <a:t> and </a:t>
          </a:r>
          <a:r>
            <a:rPr lang="en-US" sz="2300" b="1" i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Religious</a:t>
          </a:r>
          <a:r>
            <a:rPr lang="en-US" sz="2300" kern="1200" dirty="0"/>
            <a:t> significance</a:t>
          </a:r>
        </a:p>
      </dsp:txBody>
      <dsp:txXfrm>
        <a:off x="42036" y="80855"/>
        <a:ext cx="5707128" cy="777048"/>
      </dsp:txXfrm>
    </dsp:sp>
    <dsp:sp modelId="{6E49FC2F-1981-4775-90DE-B61C1F5AC969}">
      <dsp:nvSpPr>
        <dsp:cNvPr id="0" name=""/>
        <dsp:cNvSpPr/>
      </dsp:nvSpPr>
      <dsp:spPr>
        <a:xfrm>
          <a:off x="0" y="966179"/>
          <a:ext cx="5791200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Not designed to preserve secrets</a:t>
          </a:r>
        </a:p>
      </dsp:txBody>
      <dsp:txXfrm>
        <a:off x="42036" y="1008215"/>
        <a:ext cx="5707128" cy="777048"/>
      </dsp:txXfrm>
    </dsp:sp>
    <dsp:sp modelId="{50EE8B90-70D6-4DF6-856E-23B2D0E100D4}">
      <dsp:nvSpPr>
        <dsp:cNvPr id="0" name=""/>
        <dsp:cNvSpPr/>
      </dsp:nvSpPr>
      <dsp:spPr>
        <a:xfrm>
          <a:off x="0" y="1893540"/>
          <a:ext cx="5791200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Used to commune with other world</a:t>
          </a:r>
        </a:p>
      </dsp:txBody>
      <dsp:txXfrm>
        <a:off x="42036" y="1935576"/>
        <a:ext cx="5707128" cy="777048"/>
      </dsp:txXfrm>
    </dsp:sp>
    <dsp:sp modelId="{CD222B79-7EF0-4A06-8984-3654CEAA5067}">
      <dsp:nvSpPr>
        <dsp:cNvPr id="0" name=""/>
        <dsp:cNvSpPr/>
      </dsp:nvSpPr>
      <dsp:spPr>
        <a:xfrm>
          <a:off x="0" y="2820900"/>
          <a:ext cx="5791200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Usage restricted to royal family and religious orders</a:t>
          </a:r>
        </a:p>
      </dsp:txBody>
      <dsp:txXfrm>
        <a:off x="42036" y="2862936"/>
        <a:ext cx="5707128" cy="777048"/>
      </dsp:txXfrm>
    </dsp:sp>
    <dsp:sp modelId="{9D60D65F-A20C-4615-AAF2-53D1AB01C345}">
      <dsp:nvSpPr>
        <dsp:cNvPr id="0" name=""/>
        <dsp:cNvSpPr/>
      </dsp:nvSpPr>
      <dsp:spPr>
        <a:xfrm>
          <a:off x="0" y="3748260"/>
          <a:ext cx="5791200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Could not be deciphered again until 1799 and discovery of </a:t>
          </a:r>
          <a:r>
            <a:rPr lang="en-US" sz="2300" b="1" i="1" u="sng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Rosetta Stone</a:t>
          </a:r>
        </a:p>
      </dsp:txBody>
      <dsp:txXfrm>
        <a:off x="42036" y="3790296"/>
        <a:ext cx="5707128" cy="7770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CC106-F953-4E60-9AB3-2FDB4B9F28A5}">
      <dsp:nvSpPr>
        <dsp:cNvPr id="0" name=""/>
        <dsp:cNvSpPr/>
      </dsp:nvSpPr>
      <dsp:spPr>
        <a:xfrm>
          <a:off x="3661" y="0"/>
          <a:ext cx="3521868" cy="34591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E-commerce </a:t>
          </a:r>
          <a:r>
            <a:rPr lang="en-US" sz="2400" kern="1200" dirty="0"/>
            <a:t>applications</a:t>
          </a:r>
        </a:p>
      </dsp:txBody>
      <dsp:txXfrm>
        <a:off x="3661" y="0"/>
        <a:ext cx="3521868" cy="1037748"/>
      </dsp:txXfrm>
    </dsp:sp>
    <dsp:sp modelId="{88789DB9-C6DC-4FF8-8E36-B370B3A45201}">
      <dsp:nvSpPr>
        <dsp:cNvPr id="0" name=""/>
        <dsp:cNvSpPr/>
      </dsp:nvSpPr>
      <dsp:spPr>
        <a:xfrm>
          <a:off x="355848" y="1038762"/>
          <a:ext cx="2817495" cy="1042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Couldn’t exist in current form without cryptography</a:t>
          </a:r>
        </a:p>
      </dsp:txBody>
      <dsp:txXfrm>
        <a:off x="386396" y="1069310"/>
        <a:ext cx="2756399" cy="981888"/>
      </dsp:txXfrm>
    </dsp:sp>
    <dsp:sp modelId="{1F206774-86F7-4200-AC4A-FCF9E6875757}">
      <dsp:nvSpPr>
        <dsp:cNvPr id="0" name=""/>
        <dsp:cNvSpPr/>
      </dsp:nvSpPr>
      <dsp:spPr>
        <a:xfrm>
          <a:off x="355848" y="2242206"/>
          <a:ext cx="2817495" cy="1042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Provides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Secrecy</a:t>
          </a:r>
          <a:r>
            <a:rPr lang="en-US" sz="2400" kern="1200" dirty="0"/>
            <a:t>,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Integrity</a:t>
          </a:r>
          <a:r>
            <a:rPr lang="en-US" sz="2400" kern="1200" dirty="0"/>
            <a:t>, and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Authentication</a:t>
          </a:r>
        </a:p>
      </dsp:txBody>
      <dsp:txXfrm>
        <a:off x="386396" y="2272754"/>
        <a:ext cx="2756399" cy="981888"/>
      </dsp:txXfrm>
    </dsp:sp>
    <dsp:sp modelId="{344F27A2-B160-412F-B977-D3C3211C186E}">
      <dsp:nvSpPr>
        <dsp:cNvPr id="0" name=""/>
        <dsp:cNvSpPr/>
      </dsp:nvSpPr>
      <dsp:spPr>
        <a:xfrm>
          <a:off x="3789670" y="0"/>
          <a:ext cx="3521868" cy="34591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Mobile technologies</a:t>
          </a:r>
        </a:p>
      </dsp:txBody>
      <dsp:txXfrm>
        <a:off x="3789670" y="0"/>
        <a:ext cx="3521868" cy="1037748"/>
      </dsp:txXfrm>
    </dsp:sp>
    <dsp:sp modelId="{C3AC6E4D-3859-477C-961A-81570AB11F31}">
      <dsp:nvSpPr>
        <dsp:cNvPr id="0" name=""/>
        <dsp:cNvSpPr/>
      </dsp:nvSpPr>
      <dsp:spPr>
        <a:xfrm>
          <a:off x="4141856" y="1038044"/>
          <a:ext cx="2817495" cy="679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Prevents identity theft</a:t>
          </a:r>
        </a:p>
      </dsp:txBody>
      <dsp:txXfrm>
        <a:off x="4161760" y="1057948"/>
        <a:ext cx="2777687" cy="639779"/>
      </dsp:txXfrm>
    </dsp:sp>
    <dsp:sp modelId="{0AF24DAF-4C9A-47F4-BBD2-AC856D3797AD}">
      <dsp:nvSpPr>
        <dsp:cNvPr id="0" name=""/>
        <dsp:cNvSpPr/>
      </dsp:nvSpPr>
      <dsp:spPr>
        <a:xfrm>
          <a:off x="4141856" y="1822183"/>
          <a:ext cx="2817495" cy="679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Stops device duplications</a:t>
          </a:r>
        </a:p>
      </dsp:txBody>
      <dsp:txXfrm>
        <a:off x="4161760" y="1842087"/>
        <a:ext cx="2777687" cy="639779"/>
      </dsp:txXfrm>
    </dsp:sp>
    <dsp:sp modelId="{8C7981A1-39FC-4CDC-87F0-E02CEBF6C2FB}">
      <dsp:nvSpPr>
        <dsp:cNvPr id="0" name=""/>
        <dsp:cNvSpPr/>
      </dsp:nvSpPr>
      <dsp:spPr>
        <a:xfrm>
          <a:off x="4141856" y="2606322"/>
          <a:ext cx="2817495" cy="679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Prevents eavesdropping</a:t>
          </a:r>
        </a:p>
      </dsp:txBody>
      <dsp:txXfrm>
        <a:off x="4161760" y="2626226"/>
        <a:ext cx="2777687" cy="6397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35920-CA3C-4A51-AD5A-114E76C03FB6}">
      <dsp:nvSpPr>
        <dsp:cNvPr id="0" name=""/>
        <dsp:cNvSpPr/>
      </dsp:nvSpPr>
      <dsp:spPr>
        <a:xfrm>
          <a:off x="0" y="7941"/>
          <a:ext cx="350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Plaintext</a:t>
          </a:r>
          <a:r>
            <a:rPr lang="en-US" sz="2400" kern="1200" dirty="0"/>
            <a:t> or </a:t>
          </a:r>
          <a:r>
            <a:rPr lang="en-US" sz="28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Cleartext</a:t>
          </a:r>
          <a:endParaRPr lang="en-US" sz="2400" b="1" i="1" u="sng" kern="1200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347" y="57288"/>
        <a:ext cx="3406506" cy="912186"/>
      </dsp:txXfrm>
    </dsp:sp>
    <dsp:sp modelId="{94A40EA3-7A30-4634-B21D-A4746988AF63}">
      <dsp:nvSpPr>
        <dsp:cNvPr id="0" name=""/>
        <dsp:cNvSpPr/>
      </dsp:nvSpPr>
      <dsp:spPr>
        <a:xfrm>
          <a:off x="0" y="1174341"/>
          <a:ext cx="350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Ciphertext</a:t>
          </a:r>
          <a:endParaRPr lang="en-US" sz="2400" b="1" i="1" u="sng" kern="1200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347" y="1223688"/>
        <a:ext cx="3406506" cy="912186"/>
      </dsp:txXfrm>
    </dsp:sp>
    <dsp:sp modelId="{1BE026D8-C261-477C-BF87-94D96DCAD48A}">
      <dsp:nvSpPr>
        <dsp:cNvPr id="0" name=""/>
        <dsp:cNvSpPr/>
      </dsp:nvSpPr>
      <dsp:spPr>
        <a:xfrm>
          <a:off x="0" y="2340741"/>
          <a:ext cx="350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Algorithms</a:t>
          </a:r>
          <a:endParaRPr lang="en-US" sz="2400" b="1" i="1" u="sng" kern="1200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347" y="2390088"/>
        <a:ext cx="3406506" cy="912186"/>
      </dsp:txXfrm>
    </dsp:sp>
    <dsp:sp modelId="{0FCAC075-4A69-4B9F-8DFE-450840E4827B}">
      <dsp:nvSpPr>
        <dsp:cNvPr id="0" name=""/>
        <dsp:cNvSpPr/>
      </dsp:nvSpPr>
      <dsp:spPr>
        <a:xfrm>
          <a:off x="0" y="3507141"/>
          <a:ext cx="350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</a:t>
          </a:r>
          <a:endParaRPr lang="en-US" sz="2400" b="1" i="1" u="sng" kern="1200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347" y="3556488"/>
        <a:ext cx="3406506" cy="9121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AEC70-7179-45AC-A814-CEE8AB631648}">
      <dsp:nvSpPr>
        <dsp:cNvPr id="0" name=""/>
        <dsp:cNvSpPr/>
      </dsp:nvSpPr>
      <dsp:spPr>
        <a:xfrm>
          <a:off x="0" y="239985"/>
          <a:ext cx="2000250" cy="953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Symmetric</a:t>
          </a:r>
          <a:r>
            <a:rPr lang="en-US" sz="2400" kern="1200" dirty="0"/>
            <a:t> systems are great at</a:t>
          </a:r>
        </a:p>
      </dsp:txBody>
      <dsp:txXfrm>
        <a:off x="0" y="239985"/>
        <a:ext cx="2000250" cy="953151"/>
      </dsp:txXfrm>
    </dsp:sp>
    <dsp:sp modelId="{3E991F95-3091-4A72-B311-2C8C1037BD9B}">
      <dsp:nvSpPr>
        <dsp:cNvPr id="0" name=""/>
        <dsp:cNvSpPr/>
      </dsp:nvSpPr>
      <dsp:spPr>
        <a:xfrm>
          <a:off x="2000250" y="1697"/>
          <a:ext cx="400050" cy="142972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A3FD40-5FCB-4755-ADD6-1776BB5A435F}">
      <dsp:nvSpPr>
        <dsp:cNvPr id="0" name=""/>
        <dsp:cNvSpPr/>
      </dsp:nvSpPr>
      <dsp:spPr>
        <a:xfrm>
          <a:off x="2560320" y="1697"/>
          <a:ext cx="5440680" cy="1429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Confidentiality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i="1" u="sng" kern="12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Speed</a:t>
          </a:r>
          <a:endParaRPr lang="en-US" sz="1800" b="1" i="1" u="sng" kern="1200" dirty="0">
            <a:solidFill>
              <a:srgbClr val="00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Overall </a:t>
          </a:r>
          <a:r>
            <a:rPr lang="en-US" sz="2400" b="1" i="1" u="sng" kern="12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Providing </a:t>
          </a:r>
          <a:r>
            <a:rPr lang="en-US" sz="2400" b="1" i="1" u="sng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Authenticity</a:t>
          </a:r>
        </a:p>
      </dsp:txBody>
      <dsp:txXfrm>
        <a:off x="2560320" y="1697"/>
        <a:ext cx="5440680" cy="1429727"/>
      </dsp:txXfrm>
    </dsp:sp>
    <dsp:sp modelId="{AB9240CA-65C3-4B3A-84A0-21A42D2893A5}">
      <dsp:nvSpPr>
        <dsp:cNvPr id="0" name=""/>
        <dsp:cNvSpPr/>
      </dsp:nvSpPr>
      <dsp:spPr>
        <a:xfrm>
          <a:off x="0" y="1656048"/>
          <a:ext cx="2000250" cy="953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Drawbacks</a:t>
          </a:r>
          <a:r>
            <a:rPr lang="en-US" sz="2400" kern="1200" dirty="0"/>
            <a:t> of symmetric systems</a:t>
          </a:r>
        </a:p>
      </dsp:txBody>
      <dsp:txXfrm>
        <a:off x="0" y="1656048"/>
        <a:ext cx="2000250" cy="953151"/>
      </dsp:txXfrm>
    </dsp:sp>
    <dsp:sp modelId="{0593EC37-BF52-47A1-9EFC-E3404456BA16}">
      <dsp:nvSpPr>
        <dsp:cNvPr id="0" name=""/>
        <dsp:cNvSpPr/>
      </dsp:nvSpPr>
      <dsp:spPr>
        <a:xfrm>
          <a:off x="2000250" y="1447546"/>
          <a:ext cx="400050" cy="137015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34DFC-DDE8-4076-89B5-D252FFC60EC4}">
      <dsp:nvSpPr>
        <dsp:cNvPr id="0" name=""/>
        <dsp:cNvSpPr/>
      </dsp:nvSpPr>
      <dsp:spPr>
        <a:xfrm>
          <a:off x="2560320" y="1447546"/>
          <a:ext cx="5440680" cy="1370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 Management</a:t>
          </a:r>
        </a:p>
        <a:p>
          <a:pPr marL="457200" lvl="2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 Automated Secure Key Exchange Mechanism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Lack of Non-Repudiation Capability</a:t>
          </a:r>
        </a:p>
      </dsp:txBody>
      <dsp:txXfrm>
        <a:off x="2560320" y="1447546"/>
        <a:ext cx="5440680" cy="13701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E7C1B-1951-41A8-8153-42E80B48F7F1}">
      <dsp:nvSpPr>
        <dsp:cNvPr id="0" name=""/>
        <dsp:cNvSpPr/>
      </dsp:nvSpPr>
      <dsp:spPr>
        <a:xfrm>
          <a:off x="0" y="1364"/>
          <a:ext cx="7315200" cy="440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Encryption Standard (</a:t>
          </a: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</a:t>
          </a:r>
          <a:r>
            <a:rPr lang="en-US" sz="2400" kern="1200" dirty="0"/>
            <a:t>)</a:t>
          </a:r>
        </a:p>
      </dsp:txBody>
      <dsp:txXfrm>
        <a:off x="21496" y="22860"/>
        <a:ext cx="7272208" cy="397357"/>
      </dsp:txXfrm>
    </dsp:sp>
    <dsp:sp modelId="{6892EF4C-118D-4A61-A8CB-87DBA11E9E70}">
      <dsp:nvSpPr>
        <dsp:cNvPr id="0" name=""/>
        <dsp:cNvSpPr/>
      </dsp:nvSpPr>
      <dsp:spPr>
        <a:xfrm>
          <a:off x="0" y="453244"/>
          <a:ext cx="7315200" cy="440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Triple DES (</a:t>
          </a: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3DES</a:t>
          </a:r>
          <a:r>
            <a:rPr lang="en-US" sz="2400" kern="1200" dirty="0"/>
            <a:t>)</a:t>
          </a:r>
        </a:p>
      </dsp:txBody>
      <dsp:txXfrm>
        <a:off x="21496" y="474740"/>
        <a:ext cx="7272208" cy="397357"/>
      </dsp:txXfrm>
    </dsp:sp>
    <dsp:sp modelId="{A965F2EA-8C6B-4A7B-A05A-B3740ACC69B0}">
      <dsp:nvSpPr>
        <dsp:cNvPr id="0" name=""/>
        <dsp:cNvSpPr/>
      </dsp:nvSpPr>
      <dsp:spPr>
        <a:xfrm>
          <a:off x="0" y="905125"/>
          <a:ext cx="7315200" cy="440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Blowfish</a:t>
          </a:r>
        </a:p>
      </dsp:txBody>
      <dsp:txXfrm>
        <a:off x="21496" y="926621"/>
        <a:ext cx="7272208" cy="397357"/>
      </dsp:txXfrm>
    </dsp:sp>
    <dsp:sp modelId="{E31FA305-FC82-4F8B-AD0D-4F3B7FB0CC7C}">
      <dsp:nvSpPr>
        <dsp:cNvPr id="0" name=""/>
        <dsp:cNvSpPr/>
      </dsp:nvSpPr>
      <dsp:spPr>
        <a:xfrm>
          <a:off x="0" y="1357006"/>
          <a:ext cx="7315200" cy="440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International Data Encryption Algorithm (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IDEA</a:t>
          </a:r>
          <a:r>
            <a:rPr lang="en-US" sz="2400" kern="1200" dirty="0"/>
            <a:t>)</a:t>
          </a:r>
        </a:p>
      </dsp:txBody>
      <dsp:txXfrm>
        <a:off x="21496" y="1378502"/>
        <a:ext cx="7272208" cy="397357"/>
      </dsp:txXfrm>
    </dsp:sp>
    <dsp:sp modelId="{AAF53465-1997-4C20-A80D-64E92D25C6C1}">
      <dsp:nvSpPr>
        <dsp:cNvPr id="0" name=""/>
        <dsp:cNvSpPr/>
      </dsp:nvSpPr>
      <dsp:spPr>
        <a:xfrm>
          <a:off x="0" y="1808887"/>
          <a:ext cx="7315200" cy="440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RC2</a:t>
          </a:r>
          <a:r>
            <a:rPr lang="en-US" sz="2400" kern="1200" dirty="0"/>
            <a:t>, </a:t>
          </a: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RC4</a:t>
          </a:r>
          <a:r>
            <a:rPr lang="en-US" sz="2400" kern="1200" dirty="0"/>
            <a:t>, </a:t>
          </a:r>
          <a:r>
            <a:rPr lang="en-US" sz="2400" b="1" i="1" u="sng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RC5</a:t>
          </a:r>
          <a:r>
            <a:rPr lang="en-US" sz="2400" kern="1200" dirty="0"/>
            <a:t>, 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RC6</a:t>
          </a:r>
        </a:p>
      </dsp:txBody>
      <dsp:txXfrm>
        <a:off x="21496" y="1830383"/>
        <a:ext cx="7272208" cy="397357"/>
      </dsp:txXfrm>
    </dsp:sp>
    <dsp:sp modelId="{7FDF3B1B-1D8D-41F6-BC68-2145147E3FA0}">
      <dsp:nvSpPr>
        <dsp:cNvPr id="0" name=""/>
        <dsp:cNvSpPr/>
      </dsp:nvSpPr>
      <dsp:spPr>
        <a:xfrm>
          <a:off x="0" y="2260768"/>
          <a:ext cx="7315200" cy="440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Rijndael or Advanced Encryption Standard (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AES</a:t>
          </a:r>
          <a:r>
            <a:rPr lang="en-US" sz="2400" kern="1200" dirty="0"/>
            <a:t>)</a:t>
          </a:r>
        </a:p>
      </dsp:txBody>
      <dsp:txXfrm>
        <a:off x="21496" y="2282264"/>
        <a:ext cx="7272208" cy="397357"/>
      </dsp:txXfrm>
    </dsp:sp>
    <dsp:sp modelId="{63184D48-EB34-43E3-9660-0CDB77B4A148}">
      <dsp:nvSpPr>
        <dsp:cNvPr id="0" name=""/>
        <dsp:cNvSpPr/>
      </dsp:nvSpPr>
      <dsp:spPr>
        <a:xfrm>
          <a:off x="0" y="2712649"/>
          <a:ext cx="7315200" cy="440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Twofish</a:t>
          </a:r>
        </a:p>
      </dsp:txBody>
      <dsp:txXfrm>
        <a:off x="21496" y="2734145"/>
        <a:ext cx="7272208" cy="3973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77C2D-C88F-40EB-98FD-0CCE6F9BD6BC}">
      <dsp:nvSpPr>
        <dsp:cNvPr id="0" name=""/>
        <dsp:cNvSpPr/>
      </dsp:nvSpPr>
      <dsp:spPr>
        <a:xfrm>
          <a:off x="0" y="60"/>
          <a:ext cx="4343400" cy="893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Uses a </a:t>
          </a:r>
          <a:r>
            <a:rPr lang="en-US" sz="2400" b="1" i="1" u="sng" kern="1200" dirty="0">
              <a:solidFill>
                <a:srgbClr val="FF0000"/>
              </a:solidFill>
            </a:rPr>
            <a:t>Key Pair </a:t>
          </a:r>
          <a:r>
            <a:rPr lang="en-US" sz="2400" kern="1200" dirty="0"/>
            <a:t>consisting of a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Public Key </a:t>
          </a:r>
          <a:r>
            <a:rPr lang="en-US" sz="2400" kern="1200" dirty="0"/>
            <a:t>and a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Private Key</a:t>
          </a:r>
        </a:p>
      </dsp:txBody>
      <dsp:txXfrm>
        <a:off x="43636" y="43696"/>
        <a:ext cx="4256128" cy="806612"/>
      </dsp:txXfrm>
    </dsp:sp>
    <dsp:sp modelId="{036C6607-8CB9-41CC-BBF6-FB574FD2F52A}">
      <dsp:nvSpPr>
        <dsp:cNvPr id="0" name=""/>
        <dsp:cNvSpPr/>
      </dsp:nvSpPr>
      <dsp:spPr>
        <a:xfrm>
          <a:off x="0" y="908049"/>
          <a:ext cx="4343400" cy="893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Adds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Non-Repudiation</a:t>
          </a:r>
        </a:p>
      </dsp:txBody>
      <dsp:txXfrm>
        <a:off x="43636" y="951685"/>
        <a:ext cx="4256128" cy="806612"/>
      </dsp:txXfrm>
    </dsp:sp>
    <dsp:sp modelId="{2D943081-04B1-493D-89D8-51D7652EC0BA}">
      <dsp:nvSpPr>
        <dsp:cNvPr id="0" name=""/>
        <dsp:cNvSpPr/>
      </dsp:nvSpPr>
      <dsp:spPr>
        <a:xfrm>
          <a:off x="0" y="1816039"/>
          <a:ext cx="4343400" cy="893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 enforce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Authentication</a:t>
          </a:r>
        </a:p>
      </dsp:txBody>
      <dsp:txXfrm>
        <a:off x="43636" y="1859675"/>
        <a:ext cx="4256128" cy="806612"/>
      </dsp:txXfrm>
    </dsp:sp>
    <dsp:sp modelId="{BF0A7FAF-D2FD-402D-A570-8A6EDADC3E10}">
      <dsp:nvSpPr>
        <dsp:cNvPr id="0" name=""/>
        <dsp:cNvSpPr/>
      </dsp:nvSpPr>
      <dsp:spPr>
        <a:xfrm>
          <a:off x="0" y="2724028"/>
          <a:ext cx="4343400" cy="893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Solves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 Management </a:t>
          </a:r>
          <a:r>
            <a:rPr lang="en-US" sz="2400" kern="1200" dirty="0"/>
            <a:t>, Including </a:t>
          </a:r>
          <a:r>
            <a:rPr lang="en-US" sz="2400" b="1" i="1" u="sng" kern="1200" dirty="0">
              <a:solidFill>
                <a:srgbClr val="FF0000"/>
              </a:solidFill>
            </a:rPr>
            <a:t>Secure Key Exchange</a:t>
          </a:r>
        </a:p>
      </dsp:txBody>
      <dsp:txXfrm>
        <a:off x="43636" y="2767664"/>
        <a:ext cx="4256128" cy="806612"/>
      </dsp:txXfrm>
    </dsp:sp>
    <dsp:sp modelId="{135E033B-A641-4072-A395-9A877F06E39E}">
      <dsp:nvSpPr>
        <dsp:cNvPr id="0" name=""/>
        <dsp:cNvSpPr/>
      </dsp:nvSpPr>
      <dsp:spPr>
        <a:xfrm>
          <a:off x="0" y="3632017"/>
          <a:ext cx="4343400" cy="893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Is </a:t>
          </a:r>
          <a:r>
            <a:rPr lang="en-US" sz="2400" b="1" i="1" u="sng" kern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Slower</a:t>
          </a:r>
          <a:r>
            <a:rPr lang="en-US" sz="2400" kern="1200" dirty="0"/>
            <a:t> compared to symmetric systems</a:t>
          </a:r>
        </a:p>
      </dsp:txBody>
      <dsp:txXfrm>
        <a:off x="43636" y="3675653"/>
        <a:ext cx="4256128" cy="8066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CC971-D836-4BCC-A92D-30A9FDCEFEBE}">
      <dsp:nvSpPr>
        <dsp:cNvPr id="0" name=""/>
        <dsp:cNvSpPr/>
      </dsp:nvSpPr>
      <dsp:spPr>
        <a:xfrm>
          <a:off x="0" y="6059"/>
          <a:ext cx="73152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rPr>
            <a:t>Hash</a:t>
          </a:r>
          <a:r>
            <a:rPr lang="en-US" sz="2400" kern="1200" dirty="0"/>
            <a:t> is a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One-Way Function</a:t>
          </a:r>
        </a:p>
      </dsp:txBody>
      <dsp:txXfrm>
        <a:off x="27415" y="33474"/>
        <a:ext cx="7260370" cy="506769"/>
      </dsp:txXfrm>
    </dsp:sp>
    <dsp:sp modelId="{920CC060-D437-4493-92C4-A720C82ED3DF}">
      <dsp:nvSpPr>
        <dsp:cNvPr id="0" name=""/>
        <dsp:cNvSpPr/>
      </dsp:nvSpPr>
      <dsp:spPr>
        <a:xfrm>
          <a:off x="0" y="602219"/>
          <a:ext cx="73152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 be computed in 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One Direction</a:t>
          </a:r>
          <a:r>
            <a:rPr lang="en-US" sz="2400" b="1" i="1" u="none" kern="1200" dirty="0">
              <a:solidFill>
                <a:schemeClr val="tx1"/>
              </a:solidFill>
              <a:effectLst/>
            </a:rPr>
            <a:t>  </a:t>
          </a:r>
          <a:r>
            <a:rPr lang="en-US" sz="2400" kern="1200" dirty="0"/>
            <a:t>but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Not The Other</a:t>
          </a:r>
        </a:p>
      </dsp:txBody>
      <dsp:txXfrm>
        <a:off x="27415" y="629634"/>
        <a:ext cx="7260370" cy="506769"/>
      </dsp:txXfrm>
    </dsp:sp>
    <dsp:sp modelId="{73DD46FB-E779-4038-9520-FBD06110E93D}">
      <dsp:nvSpPr>
        <dsp:cNvPr id="0" name=""/>
        <dsp:cNvSpPr/>
      </dsp:nvSpPr>
      <dsp:spPr>
        <a:xfrm>
          <a:off x="0" y="1198379"/>
          <a:ext cx="73152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Is a 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Fixed Length</a:t>
          </a:r>
        </a:p>
      </dsp:txBody>
      <dsp:txXfrm>
        <a:off x="27415" y="1225794"/>
        <a:ext cx="7260370" cy="506769"/>
      </dsp:txXfrm>
    </dsp:sp>
    <dsp:sp modelId="{4FD508AB-C140-43A9-9EDC-C127F014B6CE}">
      <dsp:nvSpPr>
        <dsp:cNvPr id="0" name=""/>
        <dsp:cNvSpPr/>
      </dsp:nvSpPr>
      <dsp:spPr>
        <a:xfrm>
          <a:off x="0" y="1794540"/>
          <a:ext cx="73152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Creates a 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Unique Output For Every Input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0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(“fingerprint”)</a:t>
          </a:r>
          <a:endParaRPr lang="en-US" sz="2400" b="1" i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415" y="1821955"/>
        <a:ext cx="7260370" cy="5067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16CBE1-49E3-4388-819E-8CD7EEBC22B5}">
      <dsp:nvSpPr>
        <dsp:cNvPr id="0" name=""/>
        <dsp:cNvSpPr/>
      </dsp:nvSpPr>
      <dsp:spPr>
        <a:xfrm>
          <a:off x="0" y="1187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Message Digest 2 (MD2)</a:t>
          </a:r>
        </a:p>
      </dsp:txBody>
      <dsp:txXfrm>
        <a:off x="19635" y="20822"/>
        <a:ext cx="7275930" cy="362951"/>
      </dsp:txXfrm>
    </dsp:sp>
    <dsp:sp modelId="{3188391A-5A7B-4407-84E2-0BD53996EA1F}">
      <dsp:nvSpPr>
        <dsp:cNvPr id="0" name=""/>
        <dsp:cNvSpPr/>
      </dsp:nvSpPr>
      <dsp:spPr>
        <a:xfrm>
          <a:off x="0" y="413942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Message Digest 4 (MD4)</a:t>
          </a:r>
        </a:p>
      </dsp:txBody>
      <dsp:txXfrm>
        <a:off x="19635" y="433577"/>
        <a:ext cx="7275930" cy="362951"/>
      </dsp:txXfrm>
    </dsp:sp>
    <dsp:sp modelId="{D13DD14E-C4B9-46AF-BDD8-A4DF7117D841}">
      <dsp:nvSpPr>
        <dsp:cNvPr id="0" name=""/>
        <dsp:cNvSpPr/>
      </dsp:nvSpPr>
      <dsp:spPr>
        <a:xfrm>
          <a:off x="0" y="826696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Message Digest 5 (MD5)</a:t>
          </a:r>
        </a:p>
      </dsp:txBody>
      <dsp:txXfrm>
        <a:off x="19635" y="846331"/>
        <a:ext cx="7275930" cy="362951"/>
      </dsp:txXfrm>
    </dsp:sp>
    <dsp:sp modelId="{66BFC9D5-BDEE-4678-9837-407104BFFD0D}">
      <dsp:nvSpPr>
        <dsp:cNvPr id="0" name=""/>
        <dsp:cNvSpPr/>
      </dsp:nvSpPr>
      <dsp:spPr>
        <a:xfrm>
          <a:off x="0" y="1239451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Message Digest 6 (MD6)</a:t>
          </a:r>
        </a:p>
      </dsp:txBody>
      <dsp:txXfrm>
        <a:off x="19635" y="1259086"/>
        <a:ext cx="7275930" cy="362951"/>
      </dsp:txXfrm>
    </dsp:sp>
    <dsp:sp modelId="{D82B291A-18E6-4D12-B8C4-DC34314EE486}">
      <dsp:nvSpPr>
        <dsp:cNvPr id="0" name=""/>
        <dsp:cNvSpPr/>
      </dsp:nvSpPr>
      <dsp:spPr>
        <a:xfrm>
          <a:off x="0" y="1652206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HAVAL ~1992, differing Hash Lengths,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Broken ~ 2004</a:t>
          </a:r>
          <a:endParaRPr lang="en-US" sz="2400" b="1" i="1" u="sng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9635" y="1671841"/>
        <a:ext cx="7275930" cy="362951"/>
      </dsp:txXfrm>
    </dsp:sp>
    <dsp:sp modelId="{3506C85E-93C5-4C32-97F8-3E180316D673}">
      <dsp:nvSpPr>
        <dsp:cNvPr id="0" name=""/>
        <dsp:cNvSpPr/>
      </dsp:nvSpPr>
      <dsp:spPr>
        <a:xfrm>
          <a:off x="0" y="2064960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RIPE-MD, Family of Hash F(x)s, ~1991, used by Bitcoin </a:t>
          </a:r>
        </a:p>
      </dsp:txBody>
      <dsp:txXfrm>
        <a:off x="19635" y="2084595"/>
        <a:ext cx="7275930" cy="362951"/>
      </dsp:txXfrm>
    </dsp:sp>
    <dsp:sp modelId="{EA055FBC-6B02-4F75-98D3-C69248934CBC}">
      <dsp:nvSpPr>
        <dsp:cNvPr id="0" name=""/>
        <dsp:cNvSpPr/>
      </dsp:nvSpPr>
      <dsp:spPr>
        <a:xfrm>
          <a:off x="0" y="2477715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Secure Hash Algorithm-0 (SHA-0)</a:t>
          </a:r>
        </a:p>
      </dsp:txBody>
      <dsp:txXfrm>
        <a:off x="19635" y="2497350"/>
        <a:ext cx="7275930" cy="362951"/>
      </dsp:txXfrm>
    </dsp:sp>
    <dsp:sp modelId="{7BF26BE4-D6B4-4D51-9FDD-5F1EE51BD9C7}">
      <dsp:nvSpPr>
        <dsp:cNvPr id="0" name=""/>
        <dsp:cNvSpPr/>
      </dsp:nvSpPr>
      <dsp:spPr>
        <a:xfrm>
          <a:off x="0" y="2890469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Secure Hash Algorithm-1 (SHA-1)</a:t>
          </a:r>
        </a:p>
      </dsp:txBody>
      <dsp:txXfrm>
        <a:off x="19635" y="2910104"/>
        <a:ext cx="7275930" cy="362951"/>
      </dsp:txXfrm>
    </dsp:sp>
    <dsp:sp modelId="{B948B1C6-6AAE-44C4-9C75-F001BAF7FE73}">
      <dsp:nvSpPr>
        <dsp:cNvPr id="0" name=""/>
        <dsp:cNvSpPr/>
      </dsp:nvSpPr>
      <dsp:spPr>
        <a:xfrm>
          <a:off x="0" y="3303224"/>
          <a:ext cx="7315200" cy="4022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Secure Hash Algorithm-2 (SHA-2) { now Version 3}</a:t>
          </a:r>
        </a:p>
      </dsp:txBody>
      <dsp:txXfrm>
        <a:off x="19635" y="3322859"/>
        <a:ext cx="7275930" cy="3629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B8A3C-401B-4A2D-AAFD-09A0A92A09DD}">
      <dsp:nvSpPr>
        <dsp:cNvPr id="0" name=""/>
        <dsp:cNvSpPr/>
      </dsp:nvSpPr>
      <dsp:spPr>
        <a:xfrm rot="5400000">
          <a:off x="-335913" y="1119804"/>
          <a:ext cx="1487682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285B0-AF46-488A-9B99-7AB83380C7BA}">
      <dsp:nvSpPr>
        <dsp:cNvPr id="0" name=""/>
        <dsp:cNvSpPr/>
      </dsp:nvSpPr>
      <dsp:spPr>
        <a:xfrm>
          <a:off x="3679" y="166469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Sean creates a </a:t>
          </a:r>
          <a:r>
            <a:rPr lang="en-US" sz="17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Message</a:t>
          </a:r>
          <a:r>
            <a:rPr lang="en-US" sz="1700" kern="1200" dirty="0"/>
            <a:t>.</a:t>
          </a:r>
        </a:p>
      </dsp:txBody>
      <dsp:txXfrm>
        <a:off x="38767" y="201557"/>
        <a:ext cx="1926502" cy="1127830"/>
      </dsp:txXfrm>
    </dsp:sp>
    <dsp:sp modelId="{BD108EA0-F44A-4142-80B3-999858E75E9A}">
      <dsp:nvSpPr>
        <dsp:cNvPr id="0" name=""/>
        <dsp:cNvSpPr/>
      </dsp:nvSpPr>
      <dsp:spPr>
        <a:xfrm rot="5400000">
          <a:off x="-335913" y="2617313"/>
          <a:ext cx="1487682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82C2C-A1F1-4582-9774-D131A758CA91}">
      <dsp:nvSpPr>
        <dsp:cNvPr id="0" name=""/>
        <dsp:cNvSpPr/>
      </dsp:nvSpPr>
      <dsp:spPr>
        <a:xfrm>
          <a:off x="3679" y="1663978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Sean </a:t>
          </a:r>
          <a:r>
            <a:rPr lang="en-US" sz="17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Hashes</a:t>
          </a:r>
          <a:r>
            <a:rPr lang="en-US" sz="1700" kern="1200" dirty="0"/>
            <a:t> the message.</a:t>
          </a:r>
        </a:p>
      </dsp:txBody>
      <dsp:txXfrm>
        <a:off x="38767" y="1699066"/>
        <a:ext cx="1926502" cy="1127830"/>
      </dsp:txXfrm>
    </dsp:sp>
    <dsp:sp modelId="{C3639E2D-0664-4C21-8235-DAA1E0950EAD}">
      <dsp:nvSpPr>
        <dsp:cNvPr id="0" name=""/>
        <dsp:cNvSpPr/>
      </dsp:nvSpPr>
      <dsp:spPr>
        <a:xfrm>
          <a:off x="412840" y="3366067"/>
          <a:ext cx="2645755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075D0-942A-462E-876A-9D151F777F67}">
      <dsp:nvSpPr>
        <dsp:cNvPr id="0" name=""/>
        <dsp:cNvSpPr/>
      </dsp:nvSpPr>
      <dsp:spPr>
        <a:xfrm>
          <a:off x="3679" y="3161486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Sean </a:t>
          </a:r>
          <a:r>
            <a:rPr lang="en-US" sz="17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Encrypts</a:t>
          </a:r>
          <a:r>
            <a:rPr lang="en-US" sz="1700" kern="1200" dirty="0"/>
            <a:t> the </a:t>
          </a:r>
          <a:r>
            <a:rPr lang="en-US" sz="17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Hash</a:t>
          </a:r>
          <a:r>
            <a:rPr lang="en-US" sz="1700" kern="1200" dirty="0"/>
            <a:t> with his </a:t>
          </a:r>
          <a:r>
            <a:rPr lang="en-US" sz="17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Private Key</a:t>
          </a:r>
          <a:r>
            <a:rPr lang="en-US" sz="1700" kern="1200" dirty="0"/>
            <a:t>.</a:t>
          </a:r>
        </a:p>
      </dsp:txBody>
      <dsp:txXfrm>
        <a:off x="38767" y="3196574"/>
        <a:ext cx="1926502" cy="1127830"/>
      </dsp:txXfrm>
    </dsp:sp>
    <dsp:sp modelId="{E463AE5A-C20B-4ED2-82CF-18304D969007}">
      <dsp:nvSpPr>
        <dsp:cNvPr id="0" name=""/>
        <dsp:cNvSpPr/>
      </dsp:nvSpPr>
      <dsp:spPr>
        <a:xfrm rot="16200000">
          <a:off x="2319668" y="2617313"/>
          <a:ext cx="1487682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876BE-3B71-4528-A642-4D7BD3149792}">
      <dsp:nvSpPr>
        <dsp:cNvPr id="0" name=""/>
        <dsp:cNvSpPr/>
      </dsp:nvSpPr>
      <dsp:spPr>
        <a:xfrm>
          <a:off x="2659260" y="3161486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Sean </a:t>
          </a:r>
          <a:r>
            <a:rPr lang="en-US" sz="17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Sends</a:t>
          </a:r>
          <a:r>
            <a:rPr lang="en-US" sz="1700" kern="1200" dirty="0"/>
            <a:t> the </a:t>
          </a:r>
          <a:r>
            <a:rPr lang="en-US" sz="17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Combination</a:t>
          </a:r>
          <a:r>
            <a:rPr lang="en-US" sz="1700" kern="1200" dirty="0"/>
            <a:t> to Zelda.</a:t>
          </a:r>
        </a:p>
      </dsp:txBody>
      <dsp:txXfrm>
        <a:off x="2694348" y="3196574"/>
        <a:ext cx="1926502" cy="1127830"/>
      </dsp:txXfrm>
    </dsp:sp>
    <dsp:sp modelId="{CA5CCFFC-8B81-4ADF-9D07-C38AAE971213}">
      <dsp:nvSpPr>
        <dsp:cNvPr id="0" name=""/>
        <dsp:cNvSpPr/>
      </dsp:nvSpPr>
      <dsp:spPr>
        <a:xfrm rot="16200000">
          <a:off x="2319668" y="1119804"/>
          <a:ext cx="1487682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EE5E2-D28E-4796-9FB2-5334DA942067}">
      <dsp:nvSpPr>
        <dsp:cNvPr id="0" name=""/>
        <dsp:cNvSpPr/>
      </dsp:nvSpPr>
      <dsp:spPr>
        <a:xfrm>
          <a:off x="2659260" y="1663978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Zelda sees that the message came from Sean.</a:t>
          </a:r>
        </a:p>
      </dsp:txBody>
      <dsp:txXfrm>
        <a:off x="2694348" y="1699066"/>
        <a:ext cx="1926502" cy="1127830"/>
      </dsp:txXfrm>
    </dsp:sp>
    <dsp:sp modelId="{8E2CC7AB-E24B-4EB2-83A3-1F94D5F68D73}">
      <dsp:nvSpPr>
        <dsp:cNvPr id="0" name=""/>
        <dsp:cNvSpPr/>
      </dsp:nvSpPr>
      <dsp:spPr>
        <a:xfrm>
          <a:off x="3068422" y="371050"/>
          <a:ext cx="2645755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F0704-AD1B-4A86-9853-75ED2D5F8A4A}">
      <dsp:nvSpPr>
        <dsp:cNvPr id="0" name=""/>
        <dsp:cNvSpPr/>
      </dsp:nvSpPr>
      <dsp:spPr>
        <a:xfrm>
          <a:off x="2659260" y="166469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Seeing who the sender is, Zelda </a:t>
          </a:r>
          <a:r>
            <a:rPr lang="en-US" sz="17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Retrieves</a:t>
          </a:r>
          <a:r>
            <a:rPr lang="en-US" sz="1700" kern="1200" dirty="0"/>
            <a:t> Sean’s </a:t>
          </a:r>
          <a:r>
            <a:rPr lang="en-US" sz="17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Public Key</a:t>
          </a:r>
          <a:r>
            <a:rPr lang="en-US" sz="1700" kern="1200" dirty="0"/>
            <a:t>.</a:t>
          </a:r>
        </a:p>
      </dsp:txBody>
      <dsp:txXfrm>
        <a:off x="2694348" y="201557"/>
        <a:ext cx="1926502" cy="1127830"/>
      </dsp:txXfrm>
    </dsp:sp>
    <dsp:sp modelId="{FCBB2CD8-023B-4DF0-BD32-E949C2C31434}">
      <dsp:nvSpPr>
        <dsp:cNvPr id="0" name=""/>
        <dsp:cNvSpPr/>
      </dsp:nvSpPr>
      <dsp:spPr>
        <a:xfrm rot="5400000">
          <a:off x="4975250" y="1119804"/>
          <a:ext cx="1487682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CCB7F-5E71-4856-8832-2301DAB77D54}">
      <dsp:nvSpPr>
        <dsp:cNvPr id="0" name=""/>
        <dsp:cNvSpPr/>
      </dsp:nvSpPr>
      <dsp:spPr>
        <a:xfrm>
          <a:off x="5314842" y="166469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Zelda </a:t>
          </a:r>
          <a:r>
            <a:rPr lang="en-US" sz="17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Decrypts</a:t>
          </a:r>
          <a:r>
            <a:rPr lang="en-US" sz="1700" kern="1200" dirty="0"/>
            <a:t> the </a:t>
          </a:r>
          <a:r>
            <a:rPr lang="en-US" sz="17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Hash</a:t>
          </a:r>
          <a:r>
            <a:rPr lang="en-US" sz="1700" kern="1200" dirty="0"/>
            <a:t> value, thus validating the identity of the sender.</a:t>
          </a:r>
        </a:p>
      </dsp:txBody>
      <dsp:txXfrm>
        <a:off x="5349930" y="201557"/>
        <a:ext cx="1926502" cy="1127830"/>
      </dsp:txXfrm>
    </dsp:sp>
    <dsp:sp modelId="{9BB90A2C-3DEE-41CD-81AC-FB3CDC4F89ED}">
      <dsp:nvSpPr>
        <dsp:cNvPr id="0" name=""/>
        <dsp:cNvSpPr/>
      </dsp:nvSpPr>
      <dsp:spPr>
        <a:xfrm rot="5400000">
          <a:off x="4975250" y="2617313"/>
          <a:ext cx="1487682" cy="17970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5CC86-C723-45CD-8BB1-EE7A0875FB4F}">
      <dsp:nvSpPr>
        <dsp:cNvPr id="0" name=""/>
        <dsp:cNvSpPr/>
      </dsp:nvSpPr>
      <dsp:spPr>
        <a:xfrm>
          <a:off x="5314842" y="1663978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Zelda reruns the algorithm against the plaintext and compares the two.</a:t>
          </a:r>
        </a:p>
      </dsp:txBody>
      <dsp:txXfrm>
        <a:off x="5349930" y="1699066"/>
        <a:ext cx="1926502" cy="1127830"/>
      </dsp:txXfrm>
    </dsp:sp>
    <dsp:sp modelId="{4D81BDC8-5FBD-44B0-91A5-CAFB3AFB555C}">
      <dsp:nvSpPr>
        <dsp:cNvPr id="0" name=""/>
        <dsp:cNvSpPr/>
      </dsp:nvSpPr>
      <dsp:spPr>
        <a:xfrm>
          <a:off x="5314842" y="3161486"/>
          <a:ext cx="1996678" cy="1198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u="sng" kern="120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If the hashes match, the message has not been altered</a:t>
          </a:r>
          <a:r>
            <a:rPr lang="en-US" sz="1700" kern="1200" dirty="0"/>
            <a:t>.</a:t>
          </a:r>
        </a:p>
      </dsp:txBody>
      <dsp:txXfrm>
        <a:off x="5349930" y="3196574"/>
        <a:ext cx="1926502" cy="11278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FB091-CF97-4FAC-82FB-4F4E3CCD8304}">
      <dsp:nvSpPr>
        <dsp:cNvPr id="0" name=""/>
        <dsp:cNvSpPr/>
      </dsp:nvSpPr>
      <dsp:spPr>
        <a:xfrm>
          <a:off x="-5116992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92A9FD-DFB2-452C-8460-5D06EDC2E276}">
      <dsp:nvSpPr>
        <dsp:cNvPr id="0" name=""/>
        <dsp:cNvSpPr/>
      </dsp:nvSpPr>
      <dsp:spPr>
        <a:xfrm>
          <a:off x="511409" y="347956"/>
          <a:ext cx="5058105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Digital Certificates </a:t>
          </a:r>
          <a:r>
            <a:rPr lang="en-US" sz="2400" kern="1200" dirty="0"/>
            <a:t>establish 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Ownership</a:t>
          </a:r>
          <a:r>
            <a:rPr lang="en-US" sz="2400" kern="1200" dirty="0"/>
            <a:t> of a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</a:t>
          </a:r>
        </a:p>
      </dsp:txBody>
      <dsp:txXfrm>
        <a:off x="511409" y="347956"/>
        <a:ext cx="5058105" cy="696274"/>
      </dsp:txXfrm>
    </dsp:sp>
    <dsp:sp modelId="{0EDAEE43-8C75-4438-ABF2-FB366FDC1FA2}">
      <dsp:nvSpPr>
        <dsp:cNvPr id="0" name=""/>
        <dsp:cNvSpPr/>
      </dsp:nvSpPr>
      <dsp:spPr>
        <a:xfrm>
          <a:off x="76237" y="260921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6AFFA-2B9F-4E14-B9BC-1DC1B84DE13C}">
      <dsp:nvSpPr>
        <dsp:cNvPr id="0" name=""/>
        <dsp:cNvSpPr/>
      </dsp:nvSpPr>
      <dsp:spPr>
        <a:xfrm>
          <a:off x="910599" y="1392548"/>
          <a:ext cx="4658915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 be attached to a </a:t>
          </a:r>
          <a:r>
            <a:rPr lang="en-US" sz="2000" b="1" i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Person</a:t>
          </a:r>
          <a:r>
            <a:rPr lang="en-US" sz="2000" kern="1200" dirty="0"/>
            <a:t>, </a:t>
          </a:r>
          <a:r>
            <a:rPr lang="en-US" sz="2000" b="1" i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</a:t>
          </a:r>
          <a:r>
            <a:rPr lang="en-US" sz="2000" kern="1200" dirty="0"/>
            <a:t>, or </a:t>
          </a:r>
          <a:r>
            <a:rPr lang="en-US" sz="2000" b="1" i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Service</a:t>
          </a:r>
          <a:r>
            <a:rPr lang="en-US" sz="2000" b="0" i="0" u="none" kern="1200" dirty="0">
              <a:effectLst/>
            </a:rPr>
            <a:t>, </a:t>
          </a:r>
          <a:r>
            <a:rPr lang="en-US" sz="2000" b="1" i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Company</a:t>
          </a:r>
          <a:endParaRPr lang="en-US" sz="2400" b="1" i="1" u="sng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910599" y="1392548"/>
        <a:ext cx="4658915" cy="696274"/>
      </dsp:txXfrm>
    </dsp:sp>
    <dsp:sp modelId="{8545EFE4-7340-4946-A333-EA931EC4D4AC}">
      <dsp:nvSpPr>
        <dsp:cNvPr id="0" name=""/>
        <dsp:cNvSpPr/>
      </dsp:nvSpPr>
      <dsp:spPr>
        <a:xfrm>
          <a:off x="475427" y="1305514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EB8D8-A414-4F86-93FD-3A85D49E48BC}">
      <dsp:nvSpPr>
        <dsp:cNvPr id="0" name=""/>
        <dsp:cNvSpPr/>
      </dsp:nvSpPr>
      <dsp:spPr>
        <a:xfrm>
          <a:off x="910599" y="2437140"/>
          <a:ext cx="4658915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Certificates are issued under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Specific Rules 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 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PKCS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-&gt; </a:t>
          </a:r>
          <a:r>
            <a:rPr lang="en-US" sz="2400" b="1" i="1" u="sng" kern="1200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PKI</a:t>
          </a:r>
          <a:r>
            <a:rPr lang="en-US" sz="2400" b="1" i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sp:txBody>
      <dsp:txXfrm>
        <a:off x="910599" y="2437140"/>
        <a:ext cx="4658915" cy="696274"/>
      </dsp:txXfrm>
    </dsp:sp>
    <dsp:sp modelId="{235CFAC0-10C6-438C-8F3C-8AFC910D0487}">
      <dsp:nvSpPr>
        <dsp:cNvPr id="0" name=""/>
        <dsp:cNvSpPr/>
      </dsp:nvSpPr>
      <dsp:spPr>
        <a:xfrm>
          <a:off x="475427" y="2350106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F76F4-90D7-4F86-9C7C-35F4F4FDE78B}">
      <dsp:nvSpPr>
        <dsp:cNvPr id="0" name=""/>
        <dsp:cNvSpPr/>
      </dsp:nvSpPr>
      <dsp:spPr>
        <a:xfrm>
          <a:off x="511409" y="3481732"/>
          <a:ext cx="5058105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Used in many applications such as </a:t>
          </a:r>
          <a:r>
            <a:rPr lang="en-US" sz="2400" b="1" i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E-Commerce</a:t>
          </a:r>
        </a:p>
      </dsp:txBody>
      <dsp:txXfrm>
        <a:off x="511409" y="3481732"/>
        <a:ext cx="5058105" cy="696274"/>
      </dsp:txXfrm>
    </dsp:sp>
    <dsp:sp modelId="{51560AFA-74BD-470C-8D0C-2F837E89D887}">
      <dsp:nvSpPr>
        <dsp:cNvPr id="0" name=""/>
        <dsp:cNvSpPr/>
      </dsp:nvSpPr>
      <dsp:spPr>
        <a:xfrm>
          <a:off x="76237" y="3394698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59D50-2656-4160-B915-9A173B772388}">
      <dsp:nvSpPr>
        <dsp:cNvPr id="0" name=""/>
        <dsp:cNvSpPr/>
      </dsp:nvSpPr>
      <dsp:spPr>
        <a:xfrm>
          <a:off x="0" y="7941"/>
          <a:ext cx="731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Certification Authority </a:t>
          </a:r>
          <a:r>
            <a:rPr lang="en-US" sz="2400" kern="1200" dirty="0"/>
            <a:t>(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kern="1200" dirty="0"/>
            <a:t>) handles digital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Certificates</a:t>
          </a:r>
          <a:r>
            <a:rPr lang="en-US" sz="2400" kern="1200" dirty="0"/>
            <a:t>.</a:t>
          </a:r>
        </a:p>
      </dsp:txBody>
      <dsp:txXfrm>
        <a:off x="49347" y="57288"/>
        <a:ext cx="7216506" cy="912186"/>
      </dsp:txXfrm>
    </dsp:sp>
    <dsp:sp modelId="{169E303A-1BDC-4942-B123-AE6846624D65}">
      <dsp:nvSpPr>
        <dsp:cNvPr id="0" name=""/>
        <dsp:cNvSpPr/>
      </dsp:nvSpPr>
      <dsp:spPr>
        <a:xfrm>
          <a:off x="0" y="1219201"/>
          <a:ext cx="731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kern="1200" dirty="0"/>
            <a:t> can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Revoke</a:t>
          </a:r>
          <a:r>
            <a:rPr lang="en-US" sz="2400" kern="1200" dirty="0"/>
            <a:t> a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Certificate</a:t>
          </a:r>
          <a:r>
            <a:rPr lang="en-US" sz="2400" kern="1200" dirty="0"/>
            <a:t>.</a:t>
          </a:r>
        </a:p>
      </dsp:txBody>
      <dsp:txXfrm>
        <a:off x="49347" y="1268548"/>
        <a:ext cx="7216506" cy="912186"/>
      </dsp:txXfrm>
    </dsp:sp>
    <dsp:sp modelId="{50A341C6-37DA-4414-83C0-073E06156769}">
      <dsp:nvSpPr>
        <dsp:cNvPr id="0" name=""/>
        <dsp:cNvSpPr/>
      </dsp:nvSpPr>
      <dsp:spPr>
        <a:xfrm>
          <a:off x="0" y="2340741"/>
          <a:ext cx="731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kern="1200" dirty="0"/>
            <a:t> will </a:t>
          </a:r>
          <a:r>
            <a:rPr lang="en-US" sz="2400" b="1" i="1" u="sng" kern="12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Validate</a:t>
          </a:r>
          <a:r>
            <a:rPr lang="en-US" sz="2400" kern="1200" dirty="0"/>
            <a:t> a </a:t>
          </a:r>
          <a:r>
            <a:rPr lang="en-US" sz="24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Certificate</a:t>
          </a:r>
          <a:r>
            <a:rPr lang="en-US" sz="2400" kern="1200" dirty="0"/>
            <a:t>.</a:t>
          </a:r>
        </a:p>
      </dsp:txBody>
      <dsp:txXfrm>
        <a:off x="49347" y="2390088"/>
        <a:ext cx="7216506" cy="912186"/>
      </dsp:txXfrm>
    </dsp:sp>
    <dsp:sp modelId="{F9651C41-CFC4-4D11-822A-24B2D21D21A9}">
      <dsp:nvSpPr>
        <dsp:cNvPr id="0" name=""/>
        <dsp:cNvSpPr/>
      </dsp:nvSpPr>
      <dsp:spPr>
        <a:xfrm>
          <a:off x="0" y="3507141"/>
          <a:ext cx="73152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“Trusted Third Party”</a:t>
          </a:r>
          <a:r>
            <a:rPr lang="en-US" sz="2400" b="1" i="1" u="none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400" i="1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400" kern="1200" dirty="0"/>
            <a:t>is a name used to describe a </a:t>
          </a:r>
          <a:r>
            <a:rPr lang="en-US" sz="24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</a:t>
          </a:r>
          <a:r>
            <a:rPr lang="en-US" sz="2400" kern="1200" dirty="0"/>
            <a:t>.</a:t>
          </a:r>
        </a:p>
      </dsp:txBody>
      <dsp:txXfrm>
        <a:off x="49347" y="3556488"/>
        <a:ext cx="7216506" cy="91218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5DEEE-84B6-4FAE-BFAD-4F95A5D3446D}">
      <dsp:nvSpPr>
        <dsp:cNvPr id="0" name=""/>
        <dsp:cNvSpPr/>
      </dsp:nvSpPr>
      <dsp:spPr>
        <a:xfrm>
          <a:off x="-5116992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5B789-753F-4EE5-8628-BDC4B31D8B3A}">
      <dsp:nvSpPr>
        <dsp:cNvPr id="0" name=""/>
        <dsp:cNvSpPr/>
      </dsp:nvSpPr>
      <dsp:spPr>
        <a:xfrm>
          <a:off x="511409" y="347956"/>
          <a:ext cx="674130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Internet Protocol Security (</a:t>
          </a:r>
          <a:r>
            <a:rPr lang="en-US" sz="22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IPSec</a:t>
          </a:r>
          <a:r>
            <a:rPr lang="en-US" sz="2200" kern="1200" dirty="0"/>
            <a:t>) protects data during transmission</a:t>
          </a:r>
        </a:p>
      </dsp:txBody>
      <dsp:txXfrm>
        <a:off x="511409" y="347956"/>
        <a:ext cx="6741307" cy="696274"/>
      </dsp:txXfrm>
    </dsp:sp>
    <dsp:sp modelId="{4A62D984-A69E-430F-8769-01FE1308186E}">
      <dsp:nvSpPr>
        <dsp:cNvPr id="0" name=""/>
        <dsp:cNvSpPr/>
      </dsp:nvSpPr>
      <dsp:spPr>
        <a:xfrm>
          <a:off x="76237" y="260921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7F270-4EA8-4DB1-B200-2E27E48FF9F5}">
      <dsp:nvSpPr>
        <dsp:cNvPr id="0" name=""/>
        <dsp:cNvSpPr/>
      </dsp:nvSpPr>
      <dsp:spPr>
        <a:xfrm>
          <a:off x="910599" y="1392548"/>
          <a:ext cx="634211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Operates at the </a:t>
          </a:r>
          <a:r>
            <a:rPr lang="en-US" sz="22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Network Layer</a:t>
          </a:r>
        </a:p>
      </dsp:txBody>
      <dsp:txXfrm>
        <a:off x="910599" y="1392548"/>
        <a:ext cx="6342117" cy="696274"/>
      </dsp:txXfrm>
    </dsp:sp>
    <dsp:sp modelId="{D1379807-0204-46D2-955F-71FBF2F5766A}">
      <dsp:nvSpPr>
        <dsp:cNvPr id="0" name=""/>
        <dsp:cNvSpPr/>
      </dsp:nvSpPr>
      <dsp:spPr>
        <a:xfrm>
          <a:off x="475427" y="1305514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B6862-720D-4172-A431-C5F4EB3A9152}">
      <dsp:nvSpPr>
        <dsp:cNvPr id="0" name=""/>
        <dsp:cNvSpPr/>
      </dsp:nvSpPr>
      <dsp:spPr>
        <a:xfrm>
          <a:off x="910599" y="2437140"/>
          <a:ext cx="634211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Very widely used</a:t>
          </a:r>
        </a:p>
      </dsp:txBody>
      <dsp:txXfrm>
        <a:off x="910599" y="2437140"/>
        <a:ext cx="6342117" cy="696274"/>
      </dsp:txXfrm>
    </dsp:sp>
    <dsp:sp modelId="{943797EB-9DD5-4ABB-A057-4A9E275956FC}">
      <dsp:nvSpPr>
        <dsp:cNvPr id="0" name=""/>
        <dsp:cNvSpPr/>
      </dsp:nvSpPr>
      <dsp:spPr>
        <a:xfrm>
          <a:off x="475427" y="2350106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4501CE-ABDA-453E-9E87-137C00E88764}">
      <dsp:nvSpPr>
        <dsp:cNvPr id="0" name=""/>
        <dsp:cNvSpPr/>
      </dsp:nvSpPr>
      <dsp:spPr>
        <a:xfrm>
          <a:off x="511409" y="3481732"/>
          <a:ext cx="674130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Present in </a:t>
          </a:r>
          <a:r>
            <a:rPr lang="en-US" sz="22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Virtual Private Networks </a:t>
          </a:r>
          <a:r>
            <a:rPr lang="en-US" sz="2200" kern="1200" dirty="0"/>
            <a:t>(</a:t>
          </a:r>
          <a:r>
            <a:rPr lang="en-US" sz="22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VPN</a:t>
          </a:r>
          <a:r>
            <a:rPr lang="en-US" sz="2200" kern="1200" dirty="0"/>
            <a:t>)</a:t>
          </a:r>
        </a:p>
      </dsp:txBody>
      <dsp:txXfrm>
        <a:off x="511409" y="3481732"/>
        <a:ext cx="6741307" cy="696274"/>
      </dsp:txXfrm>
    </dsp:sp>
    <dsp:sp modelId="{FCC7A843-446D-4E4F-8154-347DD6F2B926}">
      <dsp:nvSpPr>
        <dsp:cNvPr id="0" name=""/>
        <dsp:cNvSpPr/>
      </dsp:nvSpPr>
      <dsp:spPr>
        <a:xfrm>
          <a:off x="76237" y="3394698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7C0AEA-0D67-4683-9D73-88F649F1E4B6}">
      <dsp:nvSpPr>
        <dsp:cNvPr id="0" name=""/>
        <dsp:cNvSpPr/>
      </dsp:nvSpPr>
      <dsp:spPr>
        <a:xfrm>
          <a:off x="-5116992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F8E166-B879-4905-8302-6A16497DE58D}">
      <dsp:nvSpPr>
        <dsp:cNvPr id="0" name=""/>
        <dsp:cNvSpPr/>
      </dsp:nvSpPr>
      <dsp:spPr>
        <a:xfrm>
          <a:off x="511409" y="347956"/>
          <a:ext cx="674130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Designed to provide security in online communications</a:t>
          </a:r>
        </a:p>
      </dsp:txBody>
      <dsp:txXfrm>
        <a:off x="511409" y="347956"/>
        <a:ext cx="6741307" cy="696274"/>
      </dsp:txXfrm>
    </dsp:sp>
    <dsp:sp modelId="{11155DC9-CEE2-4A9D-B5CD-C76BAFE99D46}">
      <dsp:nvSpPr>
        <dsp:cNvPr id="0" name=""/>
        <dsp:cNvSpPr/>
      </dsp:nvSpPr>
      <dsp:spPr>
        <a:xfrm>
          <a:off x="76237" y="260921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C5BF7-BAE4-439F-9FC0-685442FA3241}">
      <dsp:nvSpPr>
        <dsp:cNvPr id="0" name=""/>
        <dsp:cNvSpPr/>
      </dsp:nvSpPr>
      <dsp:spPr>
        <a:xfrm>
          <a:off x="910599" y="1392548"/>
          <a:ext cx="634211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1" u="sng" kern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Similar</a:t>
          </a:r>
          <a:r>
            <a:rPr lang="en-US" sz="2200" kern="1200" dirty="0"/>
            <a:t> to </a:t>
          </a:r>
          <a:r>
            <a:rPr lang="en-US" sz="22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Public</a:t>
          </a:r>
          <a:r>
            <a:rPr lang="en-US" sz="2200" kern="1200" dirty="0"/>
            <a:t> and </a:t>
          </a:r>
          <a:r>
            <a:rPr lang="en-US" sz="22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Private Key Encryption</a:t>
          </a:r>
        </a:p>
      </dsp:txBody>
      <dsp:txXfrm>
        <a:off x="910599" y="1392548"/>
        <a:ext cx="6342117" cy="696274"/>
      </dsp:txXfrm>
    </dsp:sp>
    <dsp:sp modelId="{E37DE91B-59D8-4681-82E5-CFE0AB830C2F}">
      <dsp:nvSpPr>
        <dsp:cNvPr id="0" name=""/>
        <dsp:cNvSpPr/>
      </dsp:nvSpPr>
      <dsp:spPr>
        <a:xfrm>
          <a:off x="475427" y="1305514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64B07-F0F3-4854-A67D-738BEC082795}">
      <dsp:nvSpPr>
        <dsp:cNvPr id="0" name=""/>
        <dsp:cNvSpPr/>
      </dsp:nvSpPr>
      <dsp:spPr>
        <a:xfrm>
          <a:off x="910599" y="2437140"/>
          <a:ext cx="634211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Is used to both </a:t>
          </a:r>
          <a:r>
            <a:rPr lang="en-US" sz="22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Sign</a:t>
          </a:r>
          <a:r>
            <a:rPr lang="en-US" sz="2200" kern="1200" dirty="0"/>
            <a:t> and </a:t>
          </a:r>
          <a:r>
            <a:rPr lang="en-US" sz="2200" b="1" i="1" u="sng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Encrypt</a:t>
          </a:r>
          <a:r>
            <a:rPr lang="en-US" sz="2200" kern="1200" dirty="0"/>
            <a:t> communications</a:t>
          </a:r>
        </a:p>
      </dsp:txBody>
      <dsp:txXfrm>
        <a:off x="910599" y="2437140"/>
        <a:ext cx="6342117" cy="696274"/>
      </dsp:txXfrm>
    </dsp:sp>
    <dsp:sp modelId="{AD9E0D43-882F-426D-B459-25F0ECB696DC}">
      <dsp:nvSpPr>
        <dsp:cNvPr id="0" name=""/>
        <dsp:cNvSpPr/>
      </dsp:nvSpPr>
      <dsp:spPr>
        <a:xfrm>
          <a:off x="475427" y="2350106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BEEC3-5EEB-4F94-822E-538B30165D5F}">
      <dsp:nvSpPr>
        <dsp:cNvPr id="0" name=""/>
        <dsp:cNvSpPr/>
      </dsp:nvSpPr>
      <dsp:spPr>
        <a:xfrm>
          <a:off x="511409" y="3481732"/>
          <a:ext cx="6741307" cy="6962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66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Can be used to protect data files on hard drive or other media</a:t>
          </a:r>
        </a:p>
      </dsp:txBody>
      <dsp:txXfrm>
        <a:off x="511409" y="3481732"/>
        <a:ext cx="6741307" cy="696274"/>
      </dsp:txXfrm>
    </dsp:sp>
    <dsp:sp modelId="{8A497CD2-F8DE-4EC1-ACA4-CC06B3A47913}">
      <dsp:nvSpPr>
        <dsp:cNvPr id="0" name=""/>
        <dsp:cNvSpPr/>
      </dsp:nvSpPr>
      <dsp:spPr>
        <a:xfrm>
          <a:off x="76237" y="3394698"/>
          <a:ext cx="870342" cy="870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A5566-C7CA-47CD-8483-8EE6DD67A8BF}">
      <dsp:nvSpPr>
        <dsp:cNvPr id="0" name=""/>
        <dsp:cNvSpPr/>
      </dsp:nvSpPr>
      <dsp:spPr>
        <a:xfrm>
          <a:off x="-5600134" y="-736956"/>
          <a:ext cx="6667631" cy="6667631"/>
        </a:xfrm>
        <a:prstGeom prst="blockArc">
          <a:avLst>
            <a:gd name="adj1" fmla="val 18900000"/>
            <a:gd name="adj2" fmla="val 2700000"/>
            <a:gd name="adj3" fmla="val 32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AAAF8-BA2F-4B3B-8F54-F1167C5F7CF1}">
      <dsp:nvSpPr>
        <dsp:cNvPr id="0" name=""/>
        <dsp:cNvSpPr/>
      </dsp:nvSpPr>
      <dsp:spPr>
        <a:xfrm>
          <a:off x="466687" y="429822"/>
          <a:ext cx="3426485" cy="619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58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Developed by </a:t>
          </a:r>
          <a:r>
            <a:rPr lang="en-US" sz="1800" b="1" i="1" u="sng" kern="1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Netscape</a:t>
          </a:r>
          <a:r>
            <a:rPr lang="en-US" sz="1800" kern="1200" dirty="0"/>
            <a:t> in </a:t>
          </a:r>
          <a:r>
            <a:rPr lang="en-US" sz="1800" b="1" kern="1200" dirty="0">
              <a:solidFill>
                <a:schemeClr val="tx1"/>
              </a:solidFill>
              <a:highlight>
                <a:srgbClr val="FFFF00"/>
              </a:highlight>
            </a:rPr>
            <a:t>1990s</a:t>
          </a:r>
        </a:p>
      </dsp:txBody>
      <dsp:txXfrm>
        <a:off x="466687" y="429822"/>
        <a:ext cx="3426485" cy="619323"/>
      </dsp:txXfrm>
    </dsp:sp>
    <dsp:sp modelId="{E1F2DE42-4A0A-42E1-9081-A284049C3A22}">
      <dsp:nvSpPr>
        <dsp:cNvPr id="0" name=""/>
        <dsp:cNvSpPr/>
      </dsp:nvSpPr>
      <dsp:spPr>
        <a:xfrm>
          <a:off x="79610" y="352407"/>
          <a:ext cx="774153" cy="774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E247B-FBCF-408F-AE23-06B376CCB04F}">
      <dsp:nvSpPr>
        <dsp:cNvPr id="0" name=""/>
        <dsp:cNvSpPr/>
      </dsp:nvSpPr>
      <dsp:spPr>
        <a:xfrm>
          <a:off x="910476" y="1358509"/>
          <a:ext cx="2982696" cy="619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58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Standard for exchanging secure data</a:t>
          </a:r>
        </a:p>
      </dsp:txBody>
      <dsp:txXfrm>
        <a:off x="910476" y="1358509"/>
        <a:ext cx="2982696" cy="619323"/>
      </dsp:txXfrm>
    </dsp:sp>
    <dsp:sp modelId="{906FDDAA-04A4-4609-8CD8-5F24D1BDDFAD}">
      <dsp:nvSpPr>
        <dsp:cNvPr id="0" name=""/>
        <dsp:cNvSpPr/>
      </dsp:nvSpPr>
      <dsp:spPr>
        <a:xfrm>
          <a:off x="523399" y="1281094"/>
          <a:ext cx="774153" cy="774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5D195-A90C-47DD-8284-7A3DD7E96BC3}">
      <dsp:nvSpPr>
        <dsp:cNvPr id="0" name=""/>
        <dsp:cNvSpPr/>
      </dsp:nvSpPr>
      <dsp:spPr>
        <a:xfrm>
          <a:off x="1046683" y="2287197"/>
          <a:ext cx="2846489" cy="619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58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Encrypts information prior to transmission</a:t>
          </a:r>
        </a:p>
      </dsp:txBody>
      <dsp:txXfrm>
        <a:off x="1046683" y="2287197"/>
        <a:ext cx="2846489" cy="619323"/>
      </dsp:txXfrm>
    </dsp:sp>
    <dsp:sp modelId="{83E2C86C-97DC-4DB7-B8CA-37AEF10ADD81}">
      <dsp:nvSpPr>
        <dsp:cNvPr id="0" name=""/>
        <dsp:cNvSpPr/>
      </dsp:nvSpPr>
      <dsp:spPr>
        <a:xfrm>
          <a:off x="659606" y="2209782"/>
          <a:ext cx="774153" cy="774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E45E9-9298-438E-A1D1-DA3C0B445927}">
      <dsp:nvSpPr>
        <dsp:cNvPr id="0" name=""/>
        <dsp:cNvSpPr/>
      </dsp:nvSpPr>
      <dsp:spPr>
        <a:xfrm>
          <a:off x="910476" y="3215884"/>
          <a:ext cx="2982696" cy="619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58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Decrypts upon receipt</a:t>
          </a:r>
        </a:p>
      </dsp:txBody>
      <dsp:txXfrm>
        <a:off x="910476" y="3215884"/>
        <a:ext cx="2982696" cy="619323"/>
      </dsp:txXfrm>
    </dsp:sp>
    <dsp:sp modelId="{D2198447-856E-44BB-9607-1C16BCEB5A29}">
      <dsp:nvSpPr>
        <dsp:cNvPr id="0" name=""/>
        <dsp:cNvSpPr/>
      </dsp:nvSpPr>
      <dsp:spPr>
        <a:xfrm>
          <a:off x="523399" y="3138469"/>
          <a:ext cx="774153" cy="774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71FE5-2972-49B0-A890-56F818B14C41}">
      <dsp:nvSpPr>
        <dsp:cNvPr id="0" name=""/>
        <dsp:cNvSpPr/>
      </dsp:nvSpPr>
      <dsp:spPr>
        <a:xfrm>
          <a:off x="466687" y="4144572"/>
          <a:ext cx="3426485" cy="619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58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Combines asymmetric and symmetric systems</a:t>
          </a:r>
        </a:p>
      </dsp:txBody>
      <dsp:txXfrm>
        <a:off x="466687" y="4144572"/>
        <a:ext cx="3426485" cy="619323"/>
      </dsp:txXfrm>
    </dsp:sp>
    <dsp:sp modelId="{CE8EC7A7-88B3-4EBE-A1FA-0EC7E032179A}">
      <dsp:nvSpPr>
        <dsp:cNvPr id="0" name=""/>
        <dsp:cNvSpPr/>
      </dsp:nvSpPr>
      <dsp:spPr>
        <a:xfrm>
          <a:off x="79610" y="4067157"/>
          <a:ext cx="774153" cy="774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BracketList+Icon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C2025-EE8D-4C35-AF82-610C4CA3F5D3}" type="datetimeFigureOut">
              <a:rPr lang="en-US" smtClean="0"/>
              <a:t>3/11/2020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58AC6-7330-429C-BB34-888D6033EA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62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38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701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51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73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124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62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46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02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783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27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15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322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14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458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270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12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3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79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58AC6-7330-429C-BB34-888D6033EA80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1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2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5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60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600202"/>
            <a:ext cx="3581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600202"/>
            <a:ext cx="3581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9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9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22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8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73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0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1" y="455613"/>
            <a:ext cx="1943100" cy="5670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455613"/>
            <a:ext cx="5676900" cy="567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804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mp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 lIns="288000" rIns="288000">
            <a:normAutofit/>
          </a:bodyPr>
          <a:lstStyle>
            <a:lvl1pPr algn="l"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821" y="1144623"/>
            <a:ext cx="7809723" cy="5289452"/>
          </a:xfrm>
        </p:spPr>
        <p:txBody>
          <a:bodyPr lIns="720000" tIns="288000" rIns="180000" bIns="0"/>
          <a:lstStyle>
            <a:lvl1pPr marL="239173" indent="-239173">
              <a:buClr>
                <a:srgbClr val="30A3D2"/>
              </a:buCl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833926" indent="-224356">
              <a:buClr>
                <a:srgbClr val="30A3D2"/>
              </a:buClr>
              <a:buFont typeface="Arial" pitchFamily="34" charset="0"/>
              <a:buChar char="•"/>
              <a:defRPr sz="1867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 marL="1439261" indent="-220122">
              <a:buClr>
                <a:srgbClr val="30A3D2"/>
              </a:buClr>
              <a:buFont typeface="Arial" pitchFamily="34" charset="0"/>
              <a:buChar char="–"/>
              <a:defRPr sz="1867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 marL="2034016" indent="-205307">
              <a:buClr>
                <a:srgbClr val="30A3D2"/>
              </a:buClr>
              <a:defRPr sz="1867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 marL="2630886" indent="-192609">
              <a:buClr>
                <a:srgbClr val="30A3D2"/>
              </a:buClr>
              <a:defRPr sz="1867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1236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274635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7891" name="Rectangle 102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1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/>
            </a:lvl1pPr>
          </a:lstStyle>
          <a:p>
            <a:endParaRPr lang="en-US" dirty="0"/>
          </a:p>
        </p:txBody>
      </p:sp>
      <p:sp>
        <p:nvSpPr>
          <p:cNvPr id="37892" name="Rectangle 1028"/>
          <p:cNvSpPr>
            <a:spLocks noChangeArrowheads="1"/>
          </p:cNvSpPr>
          <p:nvPr/>
        </p:nvSpPr>
        <p:spPr bwMode="auto">
          <a:xfrm>
            <a:off x="1" y="0"/>
            <a:ext cx="762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7893" name="Rectangle 1029"/>
          <p:cNvSpPr>
            <a:spLocks noChangeArrowheads="1"/>
          </p:cNvSpPr>
          <p:nvPr/>
        </p:nvSpPr>
        <p:spPr bwMode="auto">
          <a:xfrm>
            <a:off x="1" y="3733800"/>
            <a:ext cx="762000" cy="762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7894" name="Text Box 1030"/>
          <p:cNvSpPr txBox="1">
            <a:spLocks noChangeArrowheads="1"/>
          </p:cNvSpPr>
          <p:nvPr/>
        </p:nvSpPr>
        <p:spPr bwMode="auto">
          <a:xfrm>
            <a:off x="6165851" y="6397627"/>
            <a:ext cx="2691955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sz="1200" dirty="0"/>
              <a:t>© SYBEX Inc. 2016. All Rights Reserved.</a:t>
            </a:r>
            <a:endParaRPr lang="en-US" altLang="en-US" sz="1000" dirty="0"/>
          </a:p>
        </p:txBody>
      </p:sp>
      <p:sp>
        <p:nvSpPr>
          <p:cNvPr id="37895" name="Rectangle 1031"/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7896" name="Rectangle 1032"/>
          <p:cNvSpPr>
            <a:spLocks noChangeArrowheads="1"/>
          </p:cNvSpPr>
          <p:nvPr/>
        </p:nvSpPr>
        <p:spPr bwMode="auto">
          <a:xfrm flipV="1">
            <a:off x="1" y="2743200"/>
            <a:ext cx="762000" cy="762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1033" name="Picture 1034" descr="SYBXLOGO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5603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3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14400"/>
            <a:ext cx="8077200" cy="5211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1035" name="Picture 103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895600"/>
            <a:ext cx="76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1.gif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23.jp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Cross-Course</a:t>
            </a:r>
            <a:br>
              <a:rPr lang="en-US" dirty="0"/>
            </a:br>
            <a:r>
              <a:rPr lang="en-US" dirty="0"/>
              <a:t>Cryptography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3 – CEH</a:t>
            </a:r>
          </a:p>
          <a:p>
            <a:r>
              <a:rPr lang="en-US" dirty="0"/>
              <a:t>Chapter 8 – Sec +</a:t>
            </a:r>
          </a:p>
          <a:p>
            <a:r>
              <a:rPr lang="en-US" dirty="0"/>
              <a:t>CISSP</a:t>
            </a:r>
          </a:p>
        </p:txBody>
      </p:sp>
    </p:spTree>
    <p:extLst>
      <p:ext uri="{BB962C8B-B14F-4D97-AF65-F5344CB8AC3E}">
        <p14:creationId xmlns:p14="http://schemas.microsoft.com/office/powerpoint/2010/main" val="257192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73C1657-2C9E-4A11-8BB2-7824974753E2}"/>
              </a:ext>
            </a:extLst>
          </p:cNvPr>
          <p:cNvSpPr txBox="1">
            <a:spLocks noChangeArrowheads="1"/>
          </p:cNvSpPr>
          <p:nvPr/>
        </p:nvSpPr>
        <p:spPr>
          <a:xfrm>
            <a:off x="1447800" y="381000"/>
            <a:ext cx="6400800" cy="6096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9pPr>
          </a:lstStyle>
          <a:p>
            <a:r>
              <a:rPr lang="en-US" altLang="en-US" sz="3200" kern="0" dirty="0"/>
              <a:t>An Overview of Cryptography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60C7366-4893-4264-A5E5-2A033B251546}"/>
              </a:ext>
            </a:extLst>
          </p:cNvPr>
          <p:cNvSpPr txBox="1">
            <a:spLocks/>
          </p:cNvSpPr>
          <p:nvPr/>
        </p:nvSpPr>
        <p:spPr>
          <a:xfrm>
            <a:off x="990600" y="990600"/>
            <a:ext cx="7924800" cy="5486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000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Cryptography</a:t>
            </a:r>
            <a:r>
              <a:rPr lang="en-US" altLang="en-US" sz="2000" kern="0" dirty="0"/>
              <a:t> is a field almost as old as </a:t>
            </a:r>
            <a:r>
              <a:rPr lang="en-US" altLang="en-US" sz="2000" i="1" u="sng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Humankind</a:t>
            </a:r>
            <a:r>
              <a:rPr lang="en-US" altLang="en-US" sz="2000" kern="0" dirty="0"/>
              <a:t>.</a:t>
            </a:r>
          </a:p>
          <a:p>
            <a:r>
              <a:rPr lang="en-US" altLang="en-US" sz="2000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Cryptography</a:t>
            </a:r>
            <a:r>
              <a:rPr lang="en-US" altLang="en-US" sz="2000" kern="0" dirty="0"/>
              <a:t> is a “</a:t>
            </a:r>
            <a:r>
              <a:rPr lang="en-US" altLang="en-US" sz="2000" i="1" u="sng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Pattern</a:t>
            </a:r>
            <a:r>
              <a:rPr lang="en-US" altLang="en-US" sz="2000" kern="0" dirty="0"/>
              <a:t>” (albeit, Complex):</a:t>
            </a:r>
          </a:p>
          <a:p>
            <a:pPr lvl="1"/>
            <a:r>
              <a:rPr lang="en-US" altLang="en-US" sz="2000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Nonmathematical</a:t>
            </a:r>
            <a:r>
              <a:rPr lang="en-US" altLang="en-US" sz="2000" kern="0" dirty="0"/>
              <a:t> </a:t>
            </a:r>
            <a:r>
              <a:rPr lang="en-US" altLang="en-US" sz="2000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Cryptography</a:t>
            </a:r>
          </a:p>
          <a:p>
            <a:pPr lvl="2"/>
            <a:r>
              <a:rPr lang="en-US" altLang="en-US" sz="2000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Substitution</a:t>
            </a:r>
            <a:r>
              <a:rPr lang="en-US" altLang="en-US" sz="2000" kern="0" dirty="0"/>
              <a:t> ciphers</a:t>
            </a:r>
          </a:p>
          <a:p>
            <a:pPr lvl="3"/>
            <a:r>
              <a:rPr lang="en-US" altLang="en-US" kern="0" dirty="0"/>
              <a:t>A type of coding or ciphering system that changes one </a:t>
            </a:r>
            <a:r>
              <a:rPr lang="en-US" altLang="en-US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</a:t>
            </a:r>
            <a:r>
              <a:rPr lang="en-US" altLang="en-US" kern="0" dirty="0"/>
              <a:t> or </a:t>
            </a:r>
            <a:r>
              <a:rPr lang="en-US" altLang="en-US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Symbol</a:t>
            </a:r>
            <a:r>
              <a:rPr lang="en-US" altLang="en-US" kern="0" dirty="0"/>
              <a:t> into </a:t>
            </a:r>
            <a:r>
              <a:rPr lang="en-US" altLang="en-US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Another</a:t>
            </a:r>
          </a:p>
          <a:p>
            <a:pPr lvl="2"/>
            <a:r>
              <a:rPr lang="en-US" altLang="en-US" sz="2000" kern="0" dirty="0"/>
              <a:t> </a:t>
            </a:r>
            <a:r>
              <a:rPr lang="en-US" altLang="en-US" sz="2000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</a:t>
            </a:r>
            <a:r>
              <a:rPr lang="en-US" altLang="en-US" sz="2000" kern="0" dirty="0"/>
              <a:t> ciphers (transportation code)</a:t>
            </a:r>
          </a:p>
          <a:p>
            <a:pPr lvl="3"/>
            <a:r>
              <a:rPr lang="en-US" altLang="en-US" kern="0" dirty="0"/>
              <a:t>Involves </a:t>
            </a:r>
            <a:r>
              <a:rPr lang="en-US" altLang="en-US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Transposing</a:t>
            </a:r>
            <a:r>
              <a:rPr lang="en-US" altLang="en-US" kern="0" dirty="0"/>
              <a:t> or </a:t>
            </a:r>
            <a:r>
              <a:rPr lang="en-US" altLang="en-US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Scrambling</a:t>
            </a:r>
            <a:r>
              <a:rPr lang="en-US" altLang="en-US" kern="0" dirty="0"/>
              <a:t> the </a:t>
            </a:r>
            <a:r>
              <a:rPr lang="en-US" altLang="en-US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Letters</a:t>
            </a:r>
            <a:r>
              <a:rPr lang="en-US" altLang="en-US" kern="0" dirty="0"/>
              <a:t> in a certain mann</a:t>
            </a:r>
            <a:r>
              <a:rPr lang="en-US" altLang="en-US" sz="1600" kern="0" dirty="0"/>
              <a:t>er</a:t>
            </a:r>
          </a:p>
          <a:p>
            <a:pPr lvl="1"/>
            <a:r>
              <a:rPr lang="en-US" altLang="en-US" sz="2400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Mathematical</a:t>
            </a:r>
            <a:r>
              <a:rPr lang="en-US" altLang="en-US" sz="2400" kern="0" dirty="0"/>
              <a:t> </a:t>
            </a:r>
          </a:p>
          <a:p>
            <a:pPr lvl="3"/>
            <a:r>
              <a:rPr lang="en-US" altLang="en-US" sz="1600" kern="0" dirty="0"/>
              <a:t>Cryptography History Merges with </a:t>
            </a:r>
          </a:p>
          <a:p>
            <a:pPr lvl="4"/>
            <a:r>
              <a:rPr lang="en-US" altLang="en-US" sz="1600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- </a:t>
            </a:r>
            <a:r>
              <a:rPr lang="en-US" altLang="en-US" sz="1600" b="1" i="1" u="sng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Modern</a:t>
            </a:r>
            <a:r>
              <a:rPr lang="en-US" altLang="en-US" sz="1600" kern="0" dirty="0"/>
              <a:t> “Computing Machines” </a:t>
            </a:r>
          </a:p>
          <a:p>
            <a:pPr lvl="4"/>
            <a:r>
              <a:rPr lang="en-US" altLang="en-US" sz="1600" kern="0" dirty="0"/>
              <a:t>then Programmable Electronic Computers</a:t>
            </a:r>
          </a:p>
          <a:p>
            <a:pPr lvl="2"/>
            <a:r>
              <a:rPr lang="en-US" altLang="en-US" sz="2000" kern="0" dirty="0"/>
              <a:t>Based on </a:t>
            </a:r>
            <a:r>
              <a:rPr lang="en-US" altLang="en-US" sz="2000" b="1" i="1" u="sng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Massively-Large</a:t>
            </a:r>
            <a:r>
              <a:rPr lang="en-US" altLang="en-US" sz="2000" kern="0" dirty="0"/>
              <a:t> </a:t>
            </a:r>
            <a:r>
              <a:rPr lang="en-US" altLang="en-US" sz="2000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Prime Numbers</a:t>
            </a:r>
            <a:r>
              <a:rPr lang="en-US" altLang="en-US" sz="2000" kern="0" dirty="0"/>
              <a:t> (in the most common case)</a:t>
            </a:r>
          </a:p>
          <a:p>
            <a:pPr lvl="2"/>
            <a:r>
              <a:rPr lang="en-US" altLang="en-US" sz="2000" kern="0" dirty="0"/>
              <a:t>Plotting the infinitely-changing points along an </a:t>
            </a:r>
            <a:r>
              <a:rPr lang="en-US" altLang="en-US" sz="2000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Elliptic Curve</a:t>
            </a:r>
          </a:p>
        </p:txBody>
      </p:sp>
    </p:spTree>
    <p:extLst>
      <p:ext uri="{BB962C8B-B14F-4D97-AF65-F5344CB8AC3E}">
        <p14:creationId xmlns:p14="http://schemas.microsoft.com/office/powerpoint/2010/main" val="61849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31DE-11FD-4C94-B612-BE910777228B}"/>
              </a:ext>
            </a:extLst>
          </p:cNvPr>
          <p:cNvSpPr txBox="1">
            <a:spLocks/>
          </p:cNvSpPr>
          <p:nvPr/>
        </p:nvSpPr>
        <p:spPr>
          <a:xfrm>
            <a:off x="1524000" y="198438"/>
            <a:ext cx="6400800" cy="7159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Cryptography History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61921-39FE-4062-BE7F-F3C1DC7C565F}"/>
              </a:ext>
            </a:extLst>
          </p:cNvPr>
          <p:cNvSpPr txBox="1">
            <a:spLocks/>
          </p:cNvSpPr>
          <p:nvPr/>
        </p:nvSpPr>
        <p:spPr>
          <a:xfrm>
            <a:off x="990600" y="838200"/>
            <a:ext cx="7924800" cy="566896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Cryptography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Much older than “Computing Machines” or “Electronic Computers”</a:t>
            </a:r>
          </a:p>
          <a:p>
            <a:pPr lvl="1"/>
            <a:r>
              <a:rPr lang="en-US" sz="2400" dirty="0"/>
              <a:t>“</a:t>
            </a:r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Secret Writing</a:t>
            </a:r>
            <a:r>
              <a:rPr lang="en-US" sz="2400" dirty="0"/>
              <a:t>” - </a:t>
            </a:r>
            <a:r>
              <a:rPr lang="en-US" sz="24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CONFIDENTIALITY</a:t>
            </a:r>
          </a:p>
          <a:p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Hieroglyphs – “Encoded” Text</a:t>
            </a:r>
          </a:p>
          <a:p>
            <a:pPr lvl="1"/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Amusement</a:t>
            </a:r>
            <a:r>
              <a:rPr lang="en-US" sz="2400" dirty="0"/>
              <a:t> / </a:t>
            </a:r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Entertainment</a:t>
            </a:r>
            <a:r>
              <a:rPr lang="en-US" sz="2400" dirty="0"/>
              <a:t> more than </a:t>
            </a: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Secrecy</a:t>
            </a:r>
          </a:p>
          <a:p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Caesar Cipher - </a:t>
            </a: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Secrecy</a:t>
            </a:r>
          </a:p>
          <a:p>
            <a:pPr lvl="1"/>
            <a:r>
              <a:rPr lang="en-US" sz="2400" dirty="0"/>
              <a:t>Used to communicate with his Generals</a:t>
            </a:r>
          </a:p>
          <a:p>
            <a:pPr lvl="1"/>
            <a:r>
              <a:rPr lang="en-US" sz="2400" dirty="0"/>
              <a:t>Shift characters by N positions in the Latin Alphabet</a:t>
            </a:r>
          </a:p>
          <a:p>
            <a:r>
              <a:rPr lang="en-US" sz="2400" b="1" i="1" u="sng" dirty="0">
                <a:solidFill>
                  <a:srgbClr val="00FFCC"/>
                </a:solidFill>
                <a:highlight>
                  <a:srgbClr val="808080"/>
                </a:highlight>
              </a:rPr>
              <a:t>Arabia</a:t>
            </a:r>
            <a:r>
              <a:rPr lang="en-US" sz="2400" dirty="0"/>
              <a:t> - </a:t>
            </a: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Secrecy</a:t>
            </a:r>
          </a:p>
          <a:p>
            <a:pPr lvl="1"/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Substitution ciphers </a:t>
            </a:r>
            <a:r>
              <a:rPr lang="en-US" sz="2400" dirty="0"/>
              <a:t>(~</a:t>
            </a:r>
            <a:r>
              <a:rPr lang="en-US" sz="2400" b="1" dirty="0">
                <a:highlight>
                  <a:srgbClr val="FFFF00"/>
                </a:highlight>
              </a:rPr>
              <a:t>800 CE</a:t>
            </a:r>
            <a:r>
              <a:rPr lang="en-US" sz="2400" dirty="0"/>
              <a:t>)</a:t>
            </a:r>
          </a:p>
          <a:p>
            <a:pPr lvl="1"/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ciphers </a:t>
            </a:r>
            <a:r>
              <a:rPr lang="en-US" sz="2400" dirty="0"/>
              <a:t>(~ </a:t>
            </a:r>
            <a:r>
              <a:rPr lang="en-US" sz="2400" b="1" dirty="0">
                <a:highlight>
                  <a:srgbClr val="FFFF00"/>
                </a:highlight>
              </a:rPr>
              <a:t>1325</a:t>
            </a:r>
            <a:r>
              <a:rPr lang="en-US" sz="2400" dirty="0"/>
              <a:t>)</a:t>
            </a:r>
          </a:p>
          <a:p>
            <a:r>
              <a:rPr lang="en-US" sz="2400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England</a:t>
            </a:r>
            <a:r>
              <a:rPr lang="en-US" sz="2400" b="1" i="1" u="sng" dirty="0"/>
              <a:t> -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Charles Babbage </a:t>
            </a:r>
            <a:r>
              <a:rPr lang="en-US" sz="2400" dirty="0"/>
              <a:t>(</a:t>
            </a:r>
            <a:r>
              <a:rPr lang="en-US" sz="2400" b="1" dirty="0">
                <a:highlight>
                  <a:srgbClr val="FFFF00"/>
                </a:highlight>
              </a:rPr>
              <a:t>1781-1871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Polyalphabetic ciphers (algorithm)</a:t>
            </a:r>
          </a:p>
          <a:p>
            <a:pPr lvl="1"/>
            <a:r>
              <a:rPr lang="en-US" sz="2400" dirty="0"/>
              <a:t>Digital programmable computers first proposed</a:t>
            </a:r>
          </a:p>
          <a:p>
            <a:r>
              <a:rPr lang="en-US" sz="2400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Germany</a:t>
            </a:r>
            <a:r>
              <a:rPr lang="en-US" sz="2400" b="1" i="1" u="sng" dirty="0"/>
              <a:t> -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Enigma Machine </a:t>
            </a:r>
            <a:r>
              <a:rPr lang="en-US" sz="2400" dirty="0"/>
              <a:t>(Invented WWI, Used WW II)</a:t>
            </a:r>
          </a:p>
          <a:p>
            <a:pPr lvl="1"/>
            <a:r>
              <a:rPr lang="en-US" sz="2400" dirty="0"/>
              <a:t>Arthur </a:t>
            </a:r>
            <a:r>
              <a:rPr lang="en-US" sz="2400" dirty="0" err="1"/>
              <a:t>Scherbius</a:t>
            </a:r>
            <a:r>
              <a:rPr lang="en-US" sz="2400" dirty="0"/>
              <a:t> in </a:t>
            </a:r>
            <a:r>
              <a:rPr lang="en-US" sz="2400" b="1" u="sng" dirty="0">
                <a:highlight>
                  <a:srgbClr val="FFFF00"/>
                </a:highlight>
              </a:rPr>
              <a:t>1918</a:t>
            </a:r>
          </a:p>
          <a:p>
            <a:pPr lvl="2"/>
            <a:r>
              <a:rPr lang="en-US" sz="2000" b="1" u="sng" dirty="0">
                <a:highlight>
                  <a:srgbClr val="FFFF00"/>
                </a:highlight>
              </a:rPr>
              <a:t>NOTE – this is where “Computer History” (as more modern) Intersects with the older Cryptography</a:t>
            </a:r>
          </a:p>
        </p:txBody>
      </p:sp>
    </p:spTree>
    <p:extLst>
      <p:ext uri="{BB962C8B-B14F-4D97-AF65-F5344CB8AC3E}">
        <p14:creationId xmlns:p14="http://schemas.microsoft.com/office/powerpoint/2010/main" val="270878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278-C13D-423F-995D-6970405B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Crypto &amp; Computer History </a:t>
            </a:r>
            <a:r>
              <a:rPr lang="en-US" sz="36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Intersect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C6263-67D6-4A8E-838F-093D4D1C8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14401"/>
            <a:ext cx="7924800" cy="5487986"/>
          </a:xfrm>
        </p:spPr>
        <p:txBody>
          <a:bodyPr/>
          <a:lstStyle/>
          <a:p>
            <a:r>
              <a:rPr lang="en-US" sz="2800" dirty="0"/>
              <a:t>Computer History </a:t>
            </a:r>
          </a:p>
          <a:p>
            <a:pPr lvl="1"/>
            <a:r>
              <a:rPr lang="en-US" sz="2000" dirty="0"/>
              <a:t>Started with </a:t>
            </a:r>
            <a:r>
              <a:rPr lang="en-US" sz="2000" b="1" i="1" u="sng" dirty="0">
                <a:solidFill>
                  <a:schemeClr val="bg1"/>
                </a:solidFill>
                <a:highlight>
                  <a:srgbClr val="FF9900"/>
                </a:highlight>
              </a:rPr>
              <a:t>Mechanical Devices </a:t>
            </a:r>
            <a:r>
              <a:rPr lang="en-US" sz="2000" dirty="0"/>
              <a:t>to solve “</a:t>
            </a:r>
            <a:r>
              <a:rPr lang="en-US" sz="2000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</a:t>
            </a:r>
            <a:r>
              <a:rPr lang="en-US" sz="2000" dirty="0"/>
              <a:t>” tasks:</a:t>
            </a:r>
          </a:p>
          <a:p>
            <a:pPr lvl="2"/>
            <a:r>
              <a:rPr lang="en-US" sz="2000" b="1" i="1" u="sng" dirty="0">
                <a:solidFill>
                  <a:srgbClr val="FFFF00"/>
                </a:solidFill>
                <a:highlight>
                  <a:srgbClr val="000000"/>
                </a:highlight>
              </a:rPr>
              <a:t>1801</a:t>
            </a:r>
            <a:r>
              <a:rPr lang="en-US" sz="2000" dirty="0"/>
              <a:t>: In </a:t>
            </a:r>
            <a:r>
              <a:rPr lang="en-US" sz="2000" b="1" i="1" u="sng" dirty="0">
                <a:solidFill>
                  <a:srgbClr val="00FFCC"/>
                </a:solidFill>
                <a:highlight>
                  <a:srgbClr val="808080"/>
                </a:highlight>
              </a:rPr>
              <a:t>France</a:t>
            </a:r>
            <a:r>
              <a:rPr lang="en-US" sz="2000" dirty="0"/>
              <a:t>, Joseph Marie </a:t>
            </a:r>
            <a:r>
              <a:rPr lang="en-US" sz="2000" b="1" i="1" u="sng" dirty="0"/>
              <a:t>Jacquard</a:t>
            </a:r>
            <a:r>
              <a:rPr lang="en-US" sz="2000" dirty="0"/>
              <a:t> invents a </a:t>
            </a: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Loom</a:t>
            </a:r>
            <a:r>
              <a:rPr lang="en-US" sz="2000" dirty="0"/>
              <a:t> that uses punched wooden cards to automatically weave fabric designs</a:t>
            </a:r>
          </a:p>
          <a:p>
            <a:pPr lvl="2"/>
            <a:r>
              <a:rPr lang="en-US" sz="2000" b="1" i="1" u="sng" dirty="0">
                <a:solidFill>
                  <a:srgbClr val="FFFF00"/>
                </a:solidFill>
                <a:highlight>
                  <a:srgbClr val="000000"/>
                </a:highlight>
              </a:rPr>
              <a:t>1822</a:t>
            </a:r>
            <a:r>
              <a:rPr lang="en-US" sz="2000" dirty="0"/>
              <a:t>: </a:t>
            </a:r>
            <a:r>
              <a:rPr lang="en-US" sz="2000" b="1" i="1" u="sng" dirty="0">
                <a:solidFill>
                  <a:srgbClr val="00FFCC"/>
                </a:solidFill>
                <a:highlight>
                  <a:srgbClr val="808080"/>
                </a:highlight>
              </a:rPr>
              <a:t>English</a:t>
            </a:r>
            <a:r>
              <a:rPr lang="en-US" sz="2000" dirty="0"/>
              <a:t> mathematician </a:t>
            </a:r>
            <a:r>
              <a:rPr lang="en-US" sz="2000" b="1" i="1" u="sng" dirty="0"/>
              <a:t>Charles Babbage </a:t>
            </a:r>
            <a:r>
              <a:rPr lang="en-US" sz="2000" b="1" i="1" dirty="0">
                <a:solidFill>
                  <a:srgbClr val="FFFF00"/>
                </a:solidFill>
                <a:highlight>
                  <a:srgbClr val="808080"/>
                </a:highlight>
              </a:rPr>
              <a:t>Conceives</a:t>
            </a:r>
            <a:r>
              <a:rPr lang="en-US" sz="2000" dirty="0"/>
              <a:t> of a </a:t>
            </a:r>
            <a:r>
              <a:rPr lang="en-US" sz="2000" b="1" i="1" u="sng" dirty="0"/>
              <a:t>Steam-Driven</a:t>
            </a:r>
            <a:r>
              <a:rPr lang="en-US" sz="2000" dirty="0"/>
              <a:t> </a:t>
            </a: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Calculating Machine </a:t>
            </a:r>
            <a:r>
              <a:rPr lang="en-US" sz="2000" dirty="0"/>
              <a:t>that would be able to compute tables of numbers</a:t>
            </a:r>
          </a:p>
          <a:p>
            <a:pPr lvl="2"/>
            <a:r>
              <a:rPr lang="en-US" sz="2000" b="1" i="1" u="sng" dirty="0">
                <a:solidFill>
                  <a:srgbClr val="00FFCC"/>
                </a:solidFill>
                <a:highlight>
                  <a:srgbClr val="808080"/>
                </a:highlight>
              </a:rPr>
              <a:t>U.S.</a:t>
            </a:r>
            <a:r>
              <a:rPr lang="en-US" sz="2000" b="1" i="1" u="sng" dirty="0"/>
              <a:t>-Herman</a:t>
            </a:r>
            <a:r>
              <a:rPr lang="en-US" sz="2000" dirty="0"/>
              <a:t> </a:t>
            </a:r>
            <a:r>
              <a:rPr lang="en-US" sz="2000" b="1" i="1" u="sng" dirty="0"/>
              <a:t>Hollerith</a:t>
            </a:r>
            <a:r>
              <a:rPr lang="en-US" sz="2000" dirty="0"/>
              <a:t> designs a </a:t>
            </a:r>
            <a:r>
              <a:rPr lang="en-US" sz="2000" b="1" i="1" u="sng" dirty="0"/>
              <a:t>Punch Card System </a:t>
            </a:r>
            <a:r>
              <a:rPr lang="en-US" sz="2000" dirty="0"/>
              <a:t>to calculate the </a:t>
            </a:r>
            <a:r>
              <a:rPr lang="en-US" sz="2000" b="1" i="1" u="sng" dirty="0">
                <a:solidFill>
                  <a:srgbClr val="FFFF00"/>
                </a:solidFill>
                <a:highlight>
                  <a:srgbClr val="000000"/>
                </a:highlight>
              </a:rPr>
              <a:t>1880</a:t>
            </a:r>
            <a:r>
              <a:rPr lang="en-US" sz="2000" b="1" i="1" u="sng" dirty="0"/>
              <a:t> Census</a:t>
            </a:r>
            <a:r>
              <a:rPr lang="en-US" sz="2000" dirty="0"/>
              <a:t>, accomplishing the task in just three years and saving the government $5 million. He establishes a company that would ultimately become </a:t>
            </a:r>
            <a:r>
              <a:rPr lang="en-US" sz="20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IBM</a:t>
            </a:r>
          </a:p>
          <a:p>
            <a:pPr lvl="3"/>
            <a:r>
              <a:rPr lang="en-US" dirty="0"/>
              <a:t>NOTE – by 1880 US Census took over 7 years to tabulate</a:t>
            </a:r>
          </a:p>
          <a:p>
            <a:pPr lvl="2"/>
            <a:r>
              <a:rPr lang="en-US" sz="2000" b="1" i="1" u="sng" dirty="0">
                <a:solidFill>
                  <a:srgbClr val="00FFCC"/>
                </a:solidFill>
                <a:highlight>
                  <a:srgbClr val="808080"/>
                </a:highlight>
              </a:rPr>
              <a:t>England </a:t>
            </a:r>
            <a:r>
              <a:rPr lang="en-US" sz="2000" b="1" i="1" u="sng" dirty="0">
                <a:solidFill>
                  <a:srgbClr val="00FFCC"/>
                </a:solidFill>
              </a:rPr>
              <a:t>- </a:t>
            </a:r>
            <a:r>
              <a:rPr lang="en-US" sz="2000" b="1" i="1" u="sng" dirty="0">
                <a:solidFill>
                  <a:srgbClr val="FFFF00"/>
                </a:solidFill>
                <a:highlight>
                  <a:srgbClr val="000000"/>
                </a:highlight>
              </a:rPr>
              <a:t>1936</a:t>
            </a:r>
            <a:r>
              <a:rPr lang="en-US" sz="2000" dirty="0"/>
              <a:t>: </a:t>
            </a:r>
            <a:r>
              <a:rPr lang="en-US" sz="2000" b="1" i="1" u="sng" dirty="0"/>
              <a:t>Alan Turing </a:t>
            </a:r>
            <a:r>
              <a:rPr lang="en-US" sz="2000" dirty="0"/>
              <a:t>presents the notion of a </a:t>
            </a:r>
            <a:r>
              <a:rPr lang="en-US" sz="2000" b="1" i="1" u="sng" dirty="0"/>
              <a:t>Universal Machine</a:t>
            </a:r>
            <a:r>
              <a:rPr lang="en-US" sz="2000" dirty="0"/>
              <a:t>, later called the Turing machine, capable of computing anything that is computable. The central concept of the modern computer was based on his ideas.</a:t>
            </a:r>
          </a:p>
        </p:txBody>
      </p:sp>
    </p:spTree>
    <p:extLst>
      <p:ext uri="{BB962C8B-B14F-4D97-AF65-F5344CB8AC3E}">
        <p14:creationId xmlns:p14="http://schemas.microsoft.com/office/powerpoint/2010/main" val="6638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93C8-30F3-4766-9FE0-5DCDFD6C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58726"/>
            <a:ext cx="7772400" cy="685800"/>
          </a:xfrm>
        </p:spPr>
        <p:txBody>
          <a:bodyPr/>
          <a:lstStyle/>
          <a:p>
            <a:r>
              <a:rPr lang="en-US" sz="2800" dirty="0"/>
              <a:t>Charles Babbage – “</a:t>
            </a:r>
            <a:r>
              <a:rPr lang="en-US" sz="2800" i="1" u="sng" dirty="0"/>
              <a:t>Analytic Machine</a:t>
            </a:r>
            <a:r>
              <a:rPr lang="en-US" sz="2800" dirty="0"/>
              <a:t>” - </a:t>
            </a:r>
            <a:r>
              <a:rPr lang="en-US" sz="2800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1822</a:t>
            </a:r>
          </a:p>
        </p:txBody>
      </p:sp>
      <p:pic>
        <p:nvPicPr>
          <p:cNvPr id="5" name="Picture 4" descr="A picture containing indoor, sitting, table, large&#10;&#10;Description automatically generated">
            <a:extLst>
              <a:ext uri="{FF2B5EF4-FFF2-40B4-BE49-F238E27FC236}">
                <a16:creationId xmlns:a16="http://schemas.microsoft.com/office/drawing/2014/main" id="{B15CA96F-EFF2-4883-89E0-7C71D1773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59413"/>
            <a:ext cx="7010400" cy="54854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AEEEE0-6944-4BD6-82A6-3AA1187B9597}"/>
              </a:ext>
            </a:extLst>
          </p:cNvPr>
          <p:cNvSpPr txBox="1"/>
          <p:nvPr/>
        </p:nvSpPr>
        <p:spPr>
          <a:xfrm>
            <a:off x="1524000" y="6172200"/>
            <a:ext cx="6233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General Purpose Mechanical Computer – Design = Steam Powered</a:t>
            </a:r>
          </a:p>
        </p:txBody>
      </p:sp>
    </p:spTree>
    <p:extLst>
      <p:ext uri="{BB962C8B-B14F-4D97-AF65-F5344CB8AC3E}">
        <p14:creationId xmlns:p14="http://schemas.microsoft.com/office/powerpoint/2010/main" val="2567163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95A9-B360-4A42-9564-2B456B932AF6}"/>
              </a:ext>
            </a:extLst>
          </p:cNvPr>
          <p:cNvSpPr txBox="1">
            <a:spLocks/>
          </p:cNvSpPr>
          <p:nvPr/>
        </p:nvSpPr>
        <p:spPr>
          <a:xfrm>
            <a:off x="1676400" y="274638"/>
            <a:ext cx="6400800" cy="63976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Enigma Machine…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6DF873-BEC5-461C-B8A3-0775785663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736" y="841442"/>
            <a:ext cx="4012660" cy="2407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73FDB5-47B2-4EE3-B84B-4A41530DF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66" y="3276600"/>
            <a:ext cx="54864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9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2B1256-668B-4B1F-BCC0-8BC1ED8E5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124" y="1707352"/>
            <a:ext cx="6398684" cy="47776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C7938FC-7842-4DFB-9E23-E6024D2F94F9}"/>
              </a:ext>
            </a:extLst>
          </p:cNvPr>
          <p:cNvSpPr txBox="1">
            <a:spLocks/>
          </p:cNvSpPr>
          <p:nvPr/>
        </p:nvSpPr>
        <p:spPr>
          <a:xfrm>
            <a:off x="1752600" y="381000"/>
            <a:ext cx="6400800" cy="63976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Enigma Machine…</a:t>
            </a:r>
          </a:p>
        </p:txBody>
      </p:sp>
    </p:spTree>
    <p:extLst>
      <p:ext uri="{BB962C8B-B14F-4D97-AF65-F5344CB8AC3E}">
        <p14:creationId xmlns:p14="http://schemas.microsoft.com/office/powerpoint/2010/main" val="272569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273AE1-6D86-49CE-AB2F-11436B591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13" y="1173162"/>
            <a:ext cx="6803136" cy="508406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16C713C-D0DE-4927-B418-5E6CF39AE2F4}"/>
              </a:ext>
            </a:extLst>
          </p:cNvPr>
          <p:cNvSpPr txBox="1">
            <a:spLocks/>
          </p:cNvSpPr>
          <p:nvPr/>
        </p:nvSpPr>
        <p:spPr>
          <a:xfrm>
            <a:off x="1905000" y="304800"/>
            <a:ext cx="6400800" cy="63976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Enigma Machine Cogs</a:t>
            </a:r>
          </a:p>
        </p:txBody>
      </p:sp>
    </p:spTree>
    <p:extLst>
      <p:ext uri="{BB962C8B-B14F-4D97-AF65-F5344CB8AC3E}">
        <p14:creationId xmlns:p14="http://schemas.microsoft.com/office/powerpoint/2010/main" val="322214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DB9C3-BA3F-4D67-BE3A-AA54D427E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Bletchley Park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A18042-47DD-419F-98B8-36E30BFF4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43520"/>
            <a:ext cx="7520902" cy="561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2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BEC6-21F6-4677-84D7-4D33036B8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“</a:t>
            </a:r>
            <a:r>
              <a:rPr lang="en-US" sz="32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Bombe</a:t>
            </a:r>
            <a:r>
              <a:rPr lang="en-US" sz="3200" dirty="0"/>
              <a:t>” by </a:t>
            </a:r>
            <a:r>
              <a:rPr lang="en-US" sz="32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Turing</a:t>
            </a:r>
            <a:r>
              <a:rPr lang="en-US" sz="3200" dirty="0"/>
              <a:t> (Lorenz Cipher)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5CF512-89F2-46C5-932E-2B1128820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106424"/>
            <a:ext cx="6988629" cy="521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40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4B85F-E7AD-4061-852E-976DEE75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Colossus</a:t>
            </a:r>
            <a:r>
              <a:rPr lang="en-US" dirty="0"/>
              <a:t> – Set of Computers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B3AE12-328C-436D-A59F-13FE754D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46" y="1141413"/>
            <a:ext cx="6902690" cy="51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23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E4E8-CA9C-483F-94F0-42553EAC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Colossus</a:t>
            </a:r>
            <a:r>
              <a:rPr lang="en-US" dirty="0"/>
              <a:t>…</a:t>
            </a:r>
          </a:p>
        </p:txBody>
      </p:sp>
      <p:pic>
        <p:nvPicPr>
          <p:cNvPr id="4" name="Picture 3" descr="A group of people standing in front of a store&#10;&#10;Description automatically generated">
            <a:extLst>
              <a:ext uri="{FF2B5EF4-FFF2-40B4-BE49-F238E27FC236}">
                <a16:creationId xmlns:a16="http://schemas.microsoft.com/office/drawing/2014/main" id="{652304EA-B194-426F-8000-9443BDAB6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71600"/>
            <a:ext cx="66675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97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4278-1861-41DB-A712-18198BA84DBC}"/>
              </a:ext>
            </a:extLst>
          </p:cNvPr>
          <p:cNvSpPr txBox="1">
            <a:spLocks/>
          </p:cNvSpPr>
          <p:nvPr/>
        </p:nvSpPr>
        <p:spPr>
          <a:xfrm>
            <a:off x="990600" y="152400"/>
            <a:ext cx="8153400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U.S. - Electronic Numerical Integrator and Computer</a:t>
            </a:r>
            <a:br>
              <a:rPr 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(ENIAC)</a:t>
            </a:r>
            <a:r>
              <a:rPr 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/>
              <a:t>– </a:t>
            </a:r>
            <a:r>
              <a:rPr lang="en-US" sz="2800" dirty="0">
                <a:highlight>
                  <a:srgbClr val="FFFF00"/>
                </a:highlight>
              </a:rPr>
              <a:t>2/15/1946 – Public Release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C9BE92-3D60-4CE9-8933-5A8EAAF50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592282"/>
            <a:ext cx="6533595" cy="5143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8A1FAE-AD59-4A5D-B3F6-046AB8EBD356}"/>
              </a:ext>
            </a:extLst>
          </p:cNvPr>
          <p:cNvSpPr txBox="1"/>
          <p:nvPr/>
        </p:nvSpPr>
        <p:spPr>
          <a:xfrm>
            <a:off x="762000" y="1295400"/>
            <a:ext cx="1676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highlight>
                  <a:srgbClr val="808080"/>
                </a:highlight>
              </a:rPr>
              <a:t>First</a:t>
            </a:r>
            <a:r>
              <a:rPr lang="en-US" dirty="0">
                <a:highlight>
                  <a:srgbClr val="808080"/>
                </a:highlight>
              </a:rPr>
              <a:t> “</a:t>
            </a:r>
            <a:r>
              <a:rPr lang="en-US" b="1" u="sng" dirty="0">
                <a:solidFill>
                  <a:srgbClr val="00FF00"/>
                </a:solidFill>
                <a:highlight>
                  <a:srgbClr val="808080"/>
                </a:highlight>
              </a:rPr>
              <a:t>General Purpose</a:t>
            </a:r>
            <a:r>
              <a:rPr lang="en-US" b="1" u="sng" dirty="0">
                <a:highlight>
                  <a:srgbClr val="808080"/>
                </a:highlight>
              </a:rPr>
              <a:t>” </a:t>
            </a:r>
            <a:r>
              <a:rPr lang="en-US" b="1" u="sng" dirty="0">
                <a:solidFill>
                  <a:srgbClr val="FF9900"/>
                </a:solidFill>
                <a:highlight>
                  <a:srgbClr val="808080"/>
                </a:highlight>
              </a:rPr>
              <a:t>Electronic</a:t>
            </a:r>
            <a:r>
              <a:rPr lang="en-US" b="1" u="sng" dirty="0">
                <a:highlight>
                  <a:srgbClr val="808080"/>
                </a:highlight>
              </a:rPr>
              <a:t> </a:t>
            </a:r>
            <a:r>
              <a:rPr lang="en-US" b="1" u="sng" dirty="0">
                <a:solidFill>
                  <a:srgbClr val="FFCC99"/>
                </a:solidFill>
                <a:highlight>
                  <a:srgbClr val="808080"/>
                </a:highlight>
              </a:rPr>
              <a:t>Programmable</a:t>
            </a:r>
          </a:p>
          <a:p>
            <a:r>
              <a:rPr lang="en-US" b="1" u="sng" dirty="0">
                <a:highlight>
                  <a:srgbClr val="808080"/>
                </a:highlight>
              </a:rPr>
              <a:t>Computer</a:t>
            </a:r>
          </a:p>
          <a:p>
            <a:endParaRPr lang="en-US" dirty="0"/>
          </a:p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</a:t>
            </a:r>
            <a:r>
              <a:rPr lang="en-US" dirty="0"/>
              <a:t> –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Colossus</a:t>
            </a:r>
            <a:r>
              <a:rPr lang="en-US" dirty="0"/>
              <a:t> (1943 – 1945) </a:t>
            </a:r>
          </a:p>
          <a:p>
            <a:r>
              <a:rPr lang="en-US" dirty="0"/>
              <a:t>had limited  counting and Boolean functions only (to focus on </a:t>
            </a:r>
            <a:r>
              <a:rPr lang="en-US" b="1" i="1" u="sng" dirty="0"/>
              <a:t>Crypto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1139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in front of a building&#10;&#10;Description automatically generated">
            <a:extLst>
              <a:ext uri="{FF2B5EF4-FFF2-40B4-BE49-F238E27FC236}">
                <a16:creationId xmlns:a16="http://schemas.microsoft.com/office/drawing/2014/main" id="{258C95E7-946C-45AF-AA83-3B6C3B06A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28800"/>
            <a:ext cx="6716168" cy="4600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E116AF-1F06-4CCE-934F-7265F5CEA303}"/>
              </a:ext>
            </a:extLst>
          </p:cNvPr>
          <p:cNvSpPr txBox="1"/>
          <p:nvPr/>
        </p:nvSpPr>
        <p:spPr>
          <a:xfrm>
            <a:off x="749522" y="428625"/>
            <a:ext cx="8394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u="sng" dirty="0">
                <a:solidFill>
                  <a:srgbClr val="FF0000"/>
                </a:solidFill>
              </a:rPr>
              <a:t>Frances Bilas (Spence) &amp; Betty Jean Jennings (</a:t>
            </a:r>
            <a:r>
              <a:rPr lang="en-US" sz="2800" b="1" i="1" u="sng" dirty="0" err="1">
                <a:solidFill>
                  <a:srgbClr val="FF0000"/>
                </a:solidFill>
              </a:rPr>
              <a:t>Bartik</a:t>
            </a:r>
            <a:r>
              <a:rPr lang="en-US" sz="2800" b="1" i="1" u="sng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0006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man, black, window&#10;&#10;Description automatically generated">
            <a:extLst>
              <a:ext uri="{FF2B5EF4-FFF2-40B4-BE49-F238E27FC236}">
                <a16:creationId xmlns:a16="http://schemas.microsoft.com/office/drawing/2014/main" id="{96E9258A-9149-47D7-9CF0-0AEE5F0A9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919163"/>
            <a:ext cx="6859953" cy="5573712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82296B-8A1C-4433-BA5D-44827A43ACAE}"/>
              </a:ext>
            </a:extLst>
          </p:cNvPr>
          <p:cNvSpPr txBox="1"/>
          <p:nvPr/>
        </p:nvSpPr>
        <p:spPr>
          <a:xfrm>
            <a:off x="685800" y="147935"/>
            <a:ext cx="73970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>
                <a:solidFill>
                  <a:srgbClr val="FF0000"/>
                </a:solidFill>
              </a:rPr>
              <a:t>Function Table</a:t>
            </a:r>
          </a:p>
          <a:p>
            <a:r>
              <a:rPr lang="en-US" sz="2400" b="1" i="1" u="sng" dirty="0">
                <a:solidFill>
                  <a:srgbClr val="FF0000"/>
                </a:solidFill>
              </a:rPr>
              <a:t>1200, 10-way Switches-For Entering Tables of Numbers</a:t>
            </a:r>
          </a:p>
        </p:txBody>
      </p:sp>
    </p:spTree>
    <p:extLst>
      <p:ext uri="{BB962C8B-B14F-4D97-AF65-F5344CB8AC3E}">
        <p14:creationId xmlns:p14="http://schemas.microsoft.com/office/powerpoint/2010/main" val="2336673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8EA6E1E-0AD8-41C2-97AC-11E34F8DD53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350838"/>
            <a:ext cx="6400800" cy="1143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9pPr>
          </a:lstStyle>
          <a:p>
            <a:r>
              <a:rPr lang="en-US" altLang="en-US" sz="4000" kern="0" dirty="0"/>
              <a:t>Cryptography Terminology </a:t>
            </a:r>
            <a:r>
              <a:rPr lang="en-US" altLang="en-US" sz="4000" i="1" u="sng" kern="0" dirty="0"/>
              <a:t>Review</a:t>
            </a:r>
            <a:endParaRPr lang="en-US" altLang="en-US" sz="4000" b="0" i="1" u="sng" kern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103ED8C-D5BF-4765-9675-ED65CE452949}"/>
              </a:ext>
            </a:extLst>
          </p:cNvPr>
          <p:cNvSpPr txBox="1">
            <a:spLocks/>
          </p:cNvSpPr>
          <p:nvPr/>
        </p:nvSpPr>
        <p:spPr>
          <a:xfrm>
            <a:off x="914400" y="1676400"/>
            <a:ext cx="80010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Steganography</a:t>
            </a:r>
            <a:endParaRPr lang="en-US" altLang="en-US" sz="2000" i="1" u="sng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sz="2000" kern="0" dirty="0"/>
              <a:t>The process of </a:t>
            </a:r>
            <a:r>
              <a:rPr lang="en-US" altLang="en-US" sz="3200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Hiding</a:t>
            </a:r>
            <a:r>
              <a:rPr lang="en-US" altLang="en-US" sz="2000" kern="0" dirty="0"/>
              <a:t> a message in a medium such as a digital image, audio file, or other file</a:t>
            </a:r>
          </a:p>
          <a:p>
            <a:pPr lvl="2"/>
            <a:r>
              <a:rPr lang="en-US" altLang="en-US" sz="1600" b="1" kern="0" dirty="0"/>
              <a:t>“OK” as a Basis, but requires Additional Security Mechanism</a:t>
            </a:r>
          </a:p>
          <a:p>
            <a:r>
              <a:rPr lang="en-US" altLang="en-US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</a:t>
            </a:r>
            <a:r>
              <a:rPr lang="en-US" altLang="en-US" kern="0" dirty="0"/>
              <a:t> systems</a:t>
            </a:r>
          </a:p>
          <a:p>
            <a:pPr lvl="1"/>
            <a:r>
              <a:rPr lang="en-US" altLang="en-US" sz="2000" kern="0" dirty="0"/>
              <a:t>Best when two or more of these methods of </a:t>
            </a:r>
            <a:r>
              <a:rPr lang="en-US" altLang="en-US" sz="2000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Nonmathematical</a:t>
            </a:r>
            <a:r>
              <a:rPr lang="en-US" altLang="en-US" sz="2000" kern="0" dirty="0"/>
              <a:t> </a:t>
            </a:r>
            <a:r>
              <a:rPr lang="en-US" altLang="en-US" sz="2000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Cryptography</a:t>
            </a:r>
            <a:r>
              <a:rPr lang="en-US" altLang="en-US" sz="2000" kern="0" dirty="0"/>
              <a:t> are </a:t>
            </a:r>
            <a:r>
              <a:rPr lang="en-US" altLang="en-US" sz="2000" b="1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Combined</a:t>
            </a:r>
          </a:p>
          <a:p>
            <a:r>
              <a:rPr lang="en-US" altLang="en-US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Hashing</a:t>
            </a:r>
            <a:endParaRPr lang="en-US" altLang="en-US" sz="2000" i="1" u="sng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sz="2000" kern="0" dirty="0"/>
              <a:t>Refers to performing a calculation on a message and converting it into a numeric hash value</a:t>
            </a:r>
          </a:p>
          <a:p>
            <a:pPr lvl="2"/>
            <a:r>
              <a:rPr lang="en-US" altLang="en-US" sz="1600" kern="0" dirty="0"/>
              <a:t>“</a:t>
            </a:r>
            <a:r>
              <a:rPr lang="en-US" altLang="en-US" b="1" i="1" u="sng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Fingerprint</a:t>
            </a:r>
            <a:r>
              <a:rPr lang="en-US" altLang="en-US" sz="1600" kern="0" dirty="0"/>
              <a:t>” value for the input stream</a:t>
            </a:r>
          </a:p>
          <a:p>
            <a:pPr lvl="1">
              <a:buFontTx/>
              <a:buNone/>
            </a:pPr>
            <a:endParaRPr lang="en-US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645268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605D-45B5-4F0F-94F6-BE7CE055F9EA}"/>
              </a:ext>
            </a:extLst>
          </p:cNvPr>
          <p:cNvSpPr txBox="1">
            <a:spLocks/>
          </p:cNvSpPr>
          <p:nvPr/>
        </p:nvSpPr>
        <p:spPr>
          <a:xfrm>
            <a:off x="914400" y="198438"/>
            <a:ext cx="8153400" cy="8683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u="sng" dirty="0">
                <a:solidFill>
                  <a:srgbClr val="FF0000"/>
                </a:solidFill>
              </a:rPr>
              <a:t>2  Functional Crypto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8D0B1-09D1-4794-B55D-81C417E8FD51}"/>
              </a:ext>
            </a:extLst>
          </p:cNvPr>
          <p:cNvSpPr txBox="1">
            <a:spLocks/>
          </p:cNvSpPr>
          <p:nvPr/>
        </p:nvSpPr>
        <p:spPr>
          <a:xfrm>
            <a:off x="990600" y="1219200"/>
            <a:ext cx="7848600" cy="5181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Symmetric</a:t>
            </a:r>
          </a:p>
          <a:p>
            <a:pPr lvl="1"/>
            <a:r>
              <a:rPr lang="en-US" dirty="0"/>
              <a:t>“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Secret Key </a:t>
            </a:r>
            <a:r>
              <a:rPr lang="en-US" dirty="0"/>
              <a:t>Crypto”, “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Secret</a:t>
            </a:r>
            <a:r>
              <a:rPr lang="en-US" dirty="0"/>
              <a:t>”,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“Private Key”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Single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en-US" dirty="0"/>
              <a:t> is used</a:t>
            </a:r>
          </a:p>
          <a:p>
            <a:pPr lvl="2"/>
            <a:r>
              <a:rPr lang="en-US" dirty="0"/>
              <a:t>Blowfish, </a:t>
            </a:r>
            <a:r>
              <a:rPr lang="en-US" dirty="0" err="1"/>
              <a:t>Twofish</a:t>
            </a:r>
            <a:r>
              <a:rPr lang="en-US" dirty="0"/>
              <a:t>, Data Encryption Standard (DES), 3DES and RC4, ECC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Asymmetric 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(has a LOT of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RULES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 to make it work effectively)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Pairs </a:t>
            </a:r>
            <a:r>
              <a:rPr lang="en-US" dirty="0"/>
              <a:t>required</a:t>
            </a:r>
          </a:p>
          <a:p>
            <a:pPr lvl="2"/>
            <a:r>
              <a:rPr lang="en-US" dirty="0"/>
              <a:t>One Key to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Encrypt</a:t>
            </a:r>
            <a:r>
              <a:rPr lang="en-US" dirty="0"/>
              <a:t> the “Opposite Key” to decrypt </a:t>
            </a:r>
          </a:p>
          <a:p>
            <a:pPr lvl="2"/>
            <a:r>
              <a:rPr lang="en-US" dirty="0"/>
              <a:t>Mathematically related</a:t>
            </a:r>
          </a:p>
          <a:p>
            <a:pPr lvl="1"/>
            <a:r>
              <a:rPr lang="en-US" dirty="0"/>
              <a:t>“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Key Crypto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Public and Private (key pairs)</a:t>
            </a:r>
          </a:p>
          <a:p>
            <a:pPr lvl="3"/>
            <a:r>
              <a:rPr lang="en-US" dirty="0"/>
              <a:t>To exacting standards…</a:t>
            </a:r>
          </a:p>
          <a:p>
            <a:pPr lvl="3"/>
            <a:r>
              <a:rPr lang="en-US" dirty="0"/>
              <a:t>… into exactingly formatted and encrypted files (CERT)</a:t>
            </a:r>
          </a:p>
          <a:p>
            <a:pPr lvl="3"/>
            <a:r>
              <a:rPr lang="en-US" dirty="0"/>
              <a:t>…. Using SERVICES (processes) that follow Industry </a:t>
            </a:r>
            <a:r>
              <a:rPr lang="en-US" dirty="0" err="1"/>
              <a:t>STd</a:t>
            </a:r>
            <a:r>
              <a:rPr lang="en-US" dirty="0"/>
              <a:t> rules.</a:t>
            </a:r>
          </a:p>
        </p:txBody>
      </p:sp>
    </p:spTree>
    <p:extLst>
      <p:ext uri="{BB962C8B-B14F-4D97-AF65-F5344CB8AC3E}">
        <p14:creationId xmlns:p14="http://schemas.microsoft.com/office/powerpoint/2010/main" val="3381858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05BD-F321-4ADA-B9A6-75CECAE2ADE3}"/>
              </a:ext>
            </a:extLst>
          </p:cNvPr>
          <p:cNvSpPr txBox="1">
            <a:spLocks/>
          </p:cNvSpPr>
          <p:nvPr/>
        </p:nvSpPr>
        <p:spPr>
          <a:xfrm>
            <a:off x="914400" y="274638"/>
            <a:ext cx="8001000" cy="8683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Algorithmic Sub-Types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9228-8D50-4A5F-A65A-5546CFE9BB98}"/>
              </a:ext>
            </a:extLst>
          </p:cNvPr>
          <p:cNvSpPr txBox="1">
            <a:spLocks/>
          </p:cNvSpPr>
          <p:nvPr/>
        </p:nvSpPr>
        <p:spPr>
          <a:xfrm>
            <a:off x="914400" y="990600"/>
            <a:ext cx="8001000" cy="54864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 Cipher</a:t>
            </a:r>
          </a:p>
          <a:p>
            <a:pPr lvl="1"/>
            <a:r>
              <a:rPr lang="en-US" dirty="0"/>
              <a:t>Fixed-length blocks of data …</a:t>
            </a:r>
          </a:p>
          <a:p>
            <a:pPr lvl="1"/>
            <a:r>
              <a:rPr lang="en-US" dirty="0"/>
              <a:t>… disregarding Input Data-Type Boundaries</a:t>
            </a:r>
          </a:p>
          <a:p>
            <a:pPr lvl="2"/>
            <a:r>
              <a:rPr 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</a:t>
            </a:r>
            <a:r>
              <a:rPr lang="en-US" dirty="0"/>
              <a:t> – Data Encryption Std.</a:t>
            </a:r>
          </a:p>
          <a:p>
            <a:pPr lvl="3"/>
            <a:r>
              <a:rPr 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DES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International Data Encryption </a:t>
            </a:r>
            <a:r>
              <a:rPr lang="en-US" dirty="0" err="1"/>
              <a:t>Algo</a:t>
            </a:r>
            <a:r>
              <a:rPr lang="en-US" dirty="0"/>
              <a:t>. (Swiss, 1991)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RC5</a:t>
            </a:r>
          </a:p>
          <a:p>
            <a:pPr lvl="2"/>
            <a:r>
              <a:rPr 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Rijndael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AES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Blowfish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 Cipher</a:t>
            </a:r>
          </a:p>
          <a:p>
            <a:pPr lvl="1"/>
            <a:r>
              <a:rPr 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RC4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1994</a:t>
            </a:r>
          </a:p>
          <a:p>
            <a:pPr lvl="2"/>
            <a:r>
              <a:rPr lang="en-US" dirty="0"/>
              <a:t>Ron’s Cipher (Ron </a:t>
            </a:r>
            <a:r>
              <a:rPr lang="en-US" dirty="0" err="1"/>
              <a:t>Rivest</a:t>
            </a:r>
            <a:r>
              <a:rPr lang="en-US" dirty="0"/>
              <a:t> of RSA </a:t>
            </a:r>
            <a:r>
              <a:rPr lang="en-US" dirty="0" err="1"/>
              <a:t>corp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Key Size = 40 – 2048 bits</a:t>
            </a:r>
          </a:p>
          <a:p>
            <a:pPr lvl="1"/>
            <a:r>
              <a:rPr 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AlanTuring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dirty="0"/>
              <a:t>Figured out the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Math</a:t>
            </a:r>
            <a:r>
              <a:rPr lang="en-US" dirty="0"/>
              <a:t> involved in the </a:t>
            </a:r>
            <a:r>
              <a:rPr lang="en-US" b="1" i="1" u="sng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Electro-Mechanical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Enigma</a:t>
            </a:r>
            <a:r>
              <a:rPr lang="en-US" dirty="0"/>
              <a:t> Model (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Substitution</a:t>
            </a:r>
            <a:r>
              <a:rPr lang="en-US" dirty="0"/>
              <a:t> +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0610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Cryptography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542884"/>
              </p:ext>
            </p:extLst>
          </p:nvPr>
        </p:nvGraphicFramePr>
        <p:xfrm>
          <a:off x="1371600" y="1600200"/>
          <a:ext cx="7315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8787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Understanding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141413"/>
            <a:ext cx="7315200" cy="5335587"/>
          </a:xfrm>
        </p:spPr>
        <p:txBody>
          <a:bodyPr/>
          <a:lstStyle/>
          <a:p>
            <a:pPr lvl="0"/>
            <a:r>
              <a:rPr lang="en-US" sz="2400" i="1" u="sng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en-US" sz="2400" dirty="0"/>
              <a:t> issues</a:t>
            </a:r>
          </a:p>
          <a:p>
            <a:pPr lvl="0"/>
            <a:r>
              <a:rPr lang="en-US" sz="2400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</a:t>
            </a:r>
            <a:r>
              <a:rPr lang="en-US" sz="2400" dirty="0"/>
              <a:t> compliance</a:t>
            </a:r>
          </a:p>
          <a:p>
            <a:pPr lvl="0"/>
            <a:r>
              <a:rPr lang="en-US" sz="2400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Healthcare</a:t>
            </a:r>
            <a:r>
              <a:rPr lang="en-US" sz="2400" dirty="0"/>
              <a:t> regulations</a:t>
            </a:r>
          </a:p>
          <a:p>
            <a:pPr lvl="0"/>
            <a:r>
              <a:rPr lang="en-US" sz="2400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Defense</a:t>
            </a:r>
            <a:r>
              <a:rPr lang="en-US" sz="2400" dirty="0"/>
              <a:t> industries</a:t>
            </a:r>
          </a:p>
          <a:p>
            <a:pPr lvl="0"/>
            <a:r>
              <a:rPr lang="en-US" sz="2400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Acceptable</a:t>
            </a:r>
            <a:r>
              <a:rPr lang="en-US" sz="2400" dirty="0"/>
              <a:t> </a:t>
            </a:r>
            <a:r>
              <a:rPr lang="en-US" sz="2400" i="1" u="sng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</a:p>
          <a:p>
            <a:pPr lvl="0"/>
            <a:r>
              <a:rPr lang="en-US" sz="2400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Strengths</a:t>
            </a:r>
          </a:p>
          <a:p>
            <a:pPr lvl="1"/>
            <a:r>
              <a:rPr lang="en-US" sz="20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Kerckhoff’s</a:t>
            </a:r>
            <a:r>
              <a:rPr 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Principle</a:t>
            </a:r>
            <a:r>
              <a:rPr lang="en-US" sz="2000" dirty="0"/>
              <a:t>:</a:t>
            </a:r>
          </a:p>
          <a:p>
            <a:pPr lvl="2"/>
            <a:r>
              <a:rPr lang="en-US" sz="2000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Netherlands</a:t>
            </a:r>
            <a:r>
              <a:rPr lang="en-US" sz="2000" dirty="0"/>
              <a:t> born cryptographer Auguste </a:t>
            </a:r>
            <a:r>
              <a:rPr lang="en-US" sz="2000" dirty="0" err="1"/>
              <a:t>Kerckhoffs</a:t>
            </a:r>
            <a:r>
              <a:rPr lang="en-US" sz="2000" dirty="0"/>
              <a:t> in the </a:t>
            </a:r>
            <a:r>
              <a:rPr lang="en-US" sz="2000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19th Century</a:t>
            </a:r>
            <a:r>
              <a:rPr lang="en-US" sz="2000" dirty="0"/>
              <a:t>: </a:t>
            </a:r>
          </a:p>
          <a:p>
            <a:pPr lvl="3"/>
            <a:r>
              <a:rPr lang="en-US" sz="1800" dirty="0"/>
              <a:t>A cryptosystem should be secure even if everything about the system, </a:t>
            </a:r>
            <a:r>
              <a:rPr lang="en-US" sz="18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</a:t>
            </a:r>
            <a:r>
              <a:rPr lang="en-US" sz="1800" dirty="0"/>
              <a:t> the </a:t>
            </a:r>
            <a:r>
              <a:rPr lang="en-US" sz="18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en-US" sz="1800" dirty="0"/>
              <a:t>, is public knowledge</a:t>
            </a:r>
          </a:p>
          <a:p>
            <a:pPr lvl="3"/>
            <a:r>
              <a:rPr lang="en-US" sz="1800" dirty="0"/>
              <a:t>Generally – longer = better</a:t>
            </a:r>
          </a:p>
        </p:txBody>
      </p:sp>
    </p:spTree>
    <p:extLst>
      <p:ext uri="{BB962C8B-B14F-4D97-AF65-F5344CB8AC3E}">
        <p14:creationId xmlns:p14="http://schemas.microsoft.com/office/powerpoint/2010/main" val="3558585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66480"/>
              </p:ext>
            </p:extLst>
          </p:nvPr>
        </p:nvGraphicFramePr>
        <p:xfrm>
          <a:off x="2690553" y="1524000"/>
          <a:ext cx="6400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Cryptography?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24750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As information has changed and human beings have gotten smarter, the technology has become substantially more advanced to keep up with changing issues and threats. </a:t>
            </a:r>
          </a:p>
        </p:txBody>
      </p:sp>
    </p:spTree>
    <p:extLst>
      <p:ext uri="{BB962C8B-B14F-4D97-AF65-F5344CB8AC3E}">
        <p14:creationId xmlns:p14="http://schemas.microsoft.com/office/powerpoint/2010/main" val="1184353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315628"/>
              </p:ext>
            </p:extLst>
          </p:nvPr>
        </p:nvGraphicFramePr>
        <p:xfrm>
          <a:off x="3200400" y="1600200"/>
          <a:ext cx="5791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Hieroglyphics as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524000"/>
            <a:ext cx="2133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Intricate patterns and glyphs used in Egyptian hieroglyphics were commonly used for spiritual and religious reasons. </a:t>
            </a:r>
          </a:p>
        </p:txBody>
      </p:sp>
    </p:spTree>
    <p:extLst>
      <p:ext uri="{BB962C8B-B14F-4D97-AF65-F5344CB8AC3E}">
        <p14:creationId xmlns:p14="http://schemas.microsoft.com/office/powerpoint/2010/main" val="3573607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615444"/>
              </p:ext>
            </p:extLst>
          </p:nvPr>
        </p:nvGraphicFramePr>
        <p:xfrm>
          <a:off x="1371600" y="2667000"/>
          <a:ext cx="7315200" cy="3459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03237"/>
            <a:ext cx="7772400" cy="457200"/>
          </a:xfrm>
        </p:spPr>
        <p:txBody>
          <a:bodyPr/>
          <a:lstStyle/>
          <a:p>
            <a:r>
              <a:rPr lang="en-US" sz="3600" dirty="0"/>
              <a:t>Modern Applications of Cryptography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2069" y="1600200"/>
            <a:ext cx="81522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Cryptography has even made some of the everyday technologies that you use possible. </a:t>
            </a:r>
          </a:p>
        </p:txBody>
      </p:sp>
    </p:spTree>
    <p:extLst>
      <p:ext uri="{BB962C8B-B14F-4D97-AF65-F5344CB8AC3E}">
        <p14:creationId xmlns:p14="http://schemas.microsoft.com/office/powerpoint/2010/main" val="1318010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72" y="1790131"/>
            <a:ext cx="3999083" cy="3873099"/>
          </a:xfrm>
          <a:prstGeom prst="rect">
            <a:avLst/>
          </a:prstGeom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025820"/>
              </p:ext>
            </p:extLst>
          </p:nvPr>
        </p:nvGraphicFramePr>
        <p:xfrm>
          <a:off x="5181600" y="1600200"/>
          <a:ext cx="3505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Important Terms and How They Work</a:t>
            </a:r>
          </a:p>
        </p:txBody>
      </p:sp>
    </p:spTree>
    <p:extLst>
      <p:ext uri="{BB962C8B-B14F-4D97-AF65-F5344CB8AC3E}">
        <p14:creationId xmlns:p14="http://schemas.microsoft.com/office/powerpoint/2010/main" val="4148957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965050"/>
              </p:ext>
            </p:extLst>
          </p:nvPr>
        </p:nvGraphicFramePr>
        <p:xfrm>
          <a:off x="685799" y="2514600"/>
          <a:ext cx="8001001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Introducing </a:t>
            </a:r>
            <a:r>
              <a:rPr lang="en-US" sz="36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Symmetric</a:t>
            </a:r>
            <a:r>
              <a:rPr lang="en-US" sz="3600" dirty="0"/>
              <a:t> Cryptography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24000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All algorithms that fit into the symmetric variety use a single key to both encrypt and decrypt (hence the name symmetric).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876800"/>
            <a:ext cx="4769537" cy="15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68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968012"/>
              </p:ext>
            </p:extLst>
          </p:nvPr>
        </p:nvGraphicFramePr>
        <p:xfrm>
          <a:off x="1371600" y="2971800"/>
          <a:ext cx="7315200" cy="3154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Examples of Symmetric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6002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There are currently a myriad of symmetric algorithms available; a Google search turns up an endless sea of alphabet soup of algorithms. </a:t>
            </a:r>
          </a:p>
        </p:txBody>
      </p:sp>
    </p:spTree>
    <p:extLst>
      <p:ext uri="{BB962C8B-B14F-4D97-AF65-F5344CB8AC3E}">
        <p14:creationId xmlns:p14="http://schemas.microsoft.com/office/powerpoint/2010/main" val="3616329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51958C1-204A-4AD4-AAD1-8802EE9E9086}"/>
              </a:ext>
            </a:extLst>
          </p:cNvPr>
          <p:cNvSpPr txBox="1">
            <a:spLocks noChangeArrowheads="1"/>
          </p:cNvSpPr>
          <p:nvPr/>
        </p:nvSpPr>
        <p:spPr>
          <a:xfrm>
            <a:off x="1752600" y="152400"/>
            <a:ext cx="6400800" cy="715962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FF0000"/>
                </a:solidFill>
              </a:rPr>
              <a:t>Working with </a:t>
            </a:r>
            <a:r>
              <a:rPr lang="en-US" altLang="en-US" sz="4000" b="1" i="1" u="sng" dirty="0">
                <a:solidFill>
                  <a:srgbClr val="FF0000"/>
                </a:solidFill>
              </a:rPr>
              <a:t>Symmetric</a:t>
            </a:r>
            <a:r>
              <a:rPr lang="en-US" altLang="en-US" sz="4000" dirty="0">
                <a:solidFill>
                  <a:srgbClr val="FF0000"/>
                </a:solidFill>
              </a:rPr>
              <a:t> Algorithms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B69A00B-AF96-4BEF-BC8F-C8A95D781F25}"/>
              </a:ext>
            </a:extLst>
          </p:cNvPr>
          <p:cNvSpPr txBox="1">
            <a:spLocks/>
          </p:cNvSpPr>
          <p:nvPr/>
        </p:nvSpPr>
        <p:spPr>
          <a:xfrm>
            <a:off x="990600" y="868362"/>
            <a:ext cx="7924800" cy="57912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Symmetric Algorithms </a:t>
            </a:r>
          </a:p>
          <a:p>
            <a:pPr lvl="1"/>
            <a:r>
              <a:rPr lang="en-US" altLang="en-US" sz="2000" dirty="0"/>
              <a:t>Require 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Ends </a:t>
            </a:r>
            <a:r>
              <a:rPr lang="en-US" altLang="en-US" sz="2000" dirty="0"/>
              <a:t>of an encrypted message to have the 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</a:t>
            </a:r>
            <a:r>
              <a:rPr lang="en-US" altLang="en-US" sz="2000" b="1" u="sng" dirty="0"/>
              <a:t> 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en-US" altLang="en-US" sz="2000" b="1" u="sng" dirty="0"/>
              <a:t> </a:t>
            </a:r>
            <a:r>
              <a:rPr lang="en-US" altLang="en-US" sz="2000" dirty="0"/>
              <a:t>and processing 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  <a:r>
              <a:rPr lang="en-US" altLang="en-US" sz="2000" dirty="0"/>
              <a:t>.</a:t>
            </a:r>
          </a:p>
          <a:p>
            <a:pPr lvl="1"/>
            <a:r>
              <a:rPr lang="en-US" altLang="en-US" sz="2000" dirty="0"/>
              <a:t>Faster encryption than Asymmetric (by a factor of thousands)</a:t>
            </a:r>
          </a:p>
          <a:p>
            <a:pPr lvl="1"/>
            <a:r>
              <a:rPr lang="en-US" altLang="en-US" sz="2000" dirty="0"/>
              <a:t>Less “Load” on the Computer</a:t>
            </a:r>
          </a:p>
          <a:p>
            <a:r>
              <a:rPr lang="en-US" altLang="en-US" sz="2400" b="1" dirty="0">
                <a:solidFill>
                  <a:srgbClr val="0070C0"/>
                </a:solidFill>
              </a:rPr>
              <a:t>Some Common Standards that use Symmetric Algorithms:</a:t>
            </a:r>
          </a:p>
          <a:p>
            <a:pPr lvl="1"/>
            <a:r>
              <a:rPr lang="en-US" altLang="en-US" sz="2000" i="1" dirty="0"/>
              <a:t>Data Encryption Standard (</a:t>
            </a:r>
            <a:r>
              <a:rPr lang="en-US" altLang="en-US" sz="2000" b="1" i="1" dirty="0">
                <a:solidFill>
                  <a:srgbClr val="FF0000"/>
                </a:solidFill>
              </a:rPr>
              <a:t>DES</a:t>
            </a:r>
            <a:r>
              <a:rPr lang="en-US" altLang="en-US" sz="2000" i="1" dirty="0"/>
              <a:t>) </a:t>
            </a:r>
          </a:p>
          <a:p>
            <a:pPr lvl="2"/>
            <a:r>
              <a:rPr lang="en-US" altLang="en-US" sz="1600" i="1" dirty="0"/>
              <a:t>64 Bit Blocks, Original Key Strength (Length) = 48 Bits</a:t>
            </a:r>
          </a:p>
          <a:p>
            <a:pPr lvl="2"/>
            <a:r>
              <a:rPr lang="en-US" altLang="en-US" sz="1600" b="1" i="1" dirty="0">
                <a:solidFill>
                  <a:srgbClr val="C00000"/>
                </a:solidFill>
              </a:rPr>
              <a:t>{Old – don’t use it</a:t>
            </a:r>
            <a:r>
              <a:rPr lang="en-US" altLang="en-US" sz="1600" i="1" dirty="0">
                <a:solidFill>
                  <a:srgbClr val="C00000"/>
                </a:solidFill>
              </a:rPr>
              <a:t>}</a:t>
            </a:r>
          </a:p>
          <a:p>
            <a:pPr lvl="1"/>
            <a:r>
              <a:rPr lang="en-US" altLang="en-US" sz="2000" i="1" dirty="0"/>
              <a:t>Triple-DES (</a:t>
            </a:r>
            <a:r>
              <a:rPr lang="en-US" altLang="en-US" sz="2000" b="1" i="1" dirty="0">
                <a:solidFill>
                  <a:srgbClr val="C00000"/>
                </a:solidFill>
              </a:rPr>
              <a:t>3DES</a:t>
            </a:r>
            <a:r>
              <a:rPr lang="en-US" altLang="en-US" sz="2000" i="1" dirty="0"/>
              <a:t>)</a:t>
            </a:r>
          </a:p>
          <a:p>
            <a:pPr lvl="2"/>
            <a:r>
              <a:rPr lang="en-US" altLang="en-US" sz="1600" i="1" dirty="0"/>
              <a:t>3 successive encryption rounds with 3 different 56 bit Keys</a:t>
            </a:r>
          </a:p>
          <a:p>
            <a:pPr lvl="2"/>
            <a:r>
              <a:rPr lang="en-US" altLang="en-US" sz="1600" i="1" dirty="0">
                <a:solidFill>
                  <a:srgbClr val="C00000"/>
                </a:solidFill>
              </a:rPr>
              <a:t>Very Slow</a:t>
            </a:r>
          </a:p>
          <a:p>
            <a:pPr lvl="1"/>
            <a:r>
              <a:rPr lang="en-US" altLang="en-US" sz="3000" i="1" dirty="0"/>
              <a:t>Advanced Encryption Standard (</a:t>
            </a:r>
            <a:r>
              <a:rPr lang="en-US" altLang="en-US" sz="3000" b="1" i="1" dirty="0">
                <a:solidFill>
                  <a:srgbClr val="0070C0"/>
                </a:solidFill>
              </a:rPr>
              <a:t>AES</a:t>
            </a:r>
            <a:r>
              <a:rPr lang="en-US" altLang="en-US" sz="3000" i="1" dirty="0"/>
              <a:t>) ~ 2001</a:t>
            </a:r>
          </a:p>
          <a:p>
            <a:pPr lvl="2"/>
            <a:r>
              <a:rPr lang="en-US" altLang="en-US" sz="22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Symmetric</a:t>
            </a:r>
            <a:r>
              <a:rPr lang="en-US" altLang="en-US" sz="2200" i="1" dirty="0"/>
              <a:t> Cipher</a:t>
            </a:r>
          </a:p>
          <a:p>
            <a:pPr lvl="2"/>
            <a:r>
              <a:rPr lang="en-US" altLang="en-US" sz="22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</a:t>
            </a:r>
            <a:r>
              <a:rPr lang="en-US" altLang="en-US" sz="2200" i="1" dirty="0"/>
              <a:t> Cipher</a:t>
            </a:r>
          </a:p>
          <a:p>
            <a:pPr lvl="2"/>
            <a:r>
              <a:rPr lang="en-US" altLang="en-US" sz="2200" i="1" dirty="0"/>
              <a:t>Algorithm originally, “</a:t>
            </a:r>
            <a:r>
              <a:rPr lang="en-US" altLang="en-US" sz="22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Rijindael</a:t>
            </a:r>
            <a:r>
              <a:rPr lang="en-US" altLang="en-US" sz="2200" i="1" dirty="0"/>
              <a:t>”</a:t>
            </a:r>
          </a:p>
          <a:p>
            <a:pPr lvl="2"/>
            <a:r>
              <a:rPr lang="en-US" altLang="en-US" sz="2200" i="1" dirty="0"/>
              <a:t>NIST </a:t>
            </a:r>
            <a:r>
              <a:rPr lang="en-US" altLang="en-US" sz="22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2001</a:t>
            </a:r>
          </a:p>
          <a:p>
            <a:pPr lvl="3"/>
            <a:r>
              <a:rPr lang="en-US" altLang="en-US" sz="17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FIPS  PUB 197</a:t>
            </a:r>
            <a:r>
              <a:rPr lang="en-US" altLang="en-US" sz="1700" i="1" dirty="0"/>
              <a:t> &amp; </a:t>
            </a:r>
            <a:r>
              <a:rPr lang="en-US" altLang="en-US" sz="17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ISO/IEC 18033-3</a:t>
            </a:r>
          </a:p>
          <a:p>
            <a:pPr lvl="2"/>
            <a:r>
              <a:rPr lang="en-US" altLang="en-US" sz="2200" i="1" dirty="0"/>
              <a:t>Different Key and Block Sizes</a:t>
            </a:r>
          </a:p>
          <a:p>
            <a:pPr lvl="3"/>
            <a:r>
              <a:rPr lang="en-US" altLang="en-US" sz="1700" i="1" dirty="0"/>
              <a:t>128,192,256, 512</a:t>
            </a:r>
          </a:p>
          <a:p>
            <a:pPr marL="1371600" lvl="3" indent="0">
              <a:buFont typeface="Arial" pitchFamily="34" charset="0"/>
              <a:buNone/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574421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660143"/>
              </p:ext>
            </p:extLst>
          </p:nvPr>
        </p:nvGraphicFramePr>
        <p:xfrm>
          <a:off x="4343400" y="1600200"/>
          <a:ext cx="43434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Asymmetric or Public Key Cryptography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95021"/>
            <a:ext cx="3200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concept of public key cryptography was intended to overcome key management problems in previous systems. In the system each user receives a pair of keys called the </a:t>
            </a:r>
            <a:r>
              <a:rPr lang="en-US" sz="2400" i="1" dirty="0"/>
              <a:t>public key</a:t>
            </a:r>
            <a:r>
              <a:rPr lang="en-US" sz="2400" dirty="0"/>
              <a:t> and the </a:t>
            </a:r>
            <a:r>
              <a:rPr lang="en-US" sz="2400" i="1" dirty="0"/>
              <a:t>private key</a:t>
            </a:r>
            <a:r>
              <a:rPr lang="en-US" sz="2400" dirty="0"/>
              <a:t>. Each person’s public key is published, whereas the private key is kept secret. </a:t>
            </a:r>
          </a:p>
        </p:txBody>
      </p:sp>
    </p:spTree>
    <p:extLst>
      <p:ext uri="{BB962C8B-B14F-4D97-AF65-F5344CB8AC3E}">
        <p14:creationId xmlns:p14="http://schemas.microsoft.com/office/powerpoint/2010/main" val="3400718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Asymmetric Encryption</a:t>
            </a:r>
          </a:p>
        </p:txBody>
      </p:sp>
      <p:sp>
        <p:nvSpPr>
          <p:cNvPr id="7" name="Right Arrow 6"/>
          <p:cNvSpPr/>
          <p:nvPr/>
        </p:nvSpPr>
        <p:spPr bwMode="auto">
          <a:xfrm>
            <a:off x="2490787" y="2109787"/>
            <a:ext cx="1257300" cy="609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0" name="Flowchart: Alternate Process 9"/>
          <p:cNvSpPr/>
          <p:nvPr/>
        </p:nvSpPr>
        <p:spPr bwMode="auto">
          <a:xfrm>
            <a:off x="928687" y="2057400"/>
            <a:ext cx="1562100" cy="609600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Hello</a:t>
            </a:r>
          </a:p>
        </p:txBody>
      </p:sp>
      <p:sp>
        <p:nvSpPr>
          <p:cNvPr id="11" name="Flowchart: Alternate Process 10"/>
          <p:cNvSpPr/>
          <p:nvPr/>
        </p:nvSpPr>
        <p:spPr bwMode="auto">
          <a:xfrm>
            <a:off x="7405687" y="2057400"/>
            <a:ext cx="1562100" cy="609600"/>
          </a:xfrm>
          <a:prstGeom prst="flowChartAlternate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charset="0"/>
              </a:rPr>
              <a:t>$%@@!</a:t>
            </a:r>
          </a:p>
        </p:txBody>
      </p:sp>
      <p:sp>
        <p:nvSpPr>
          <p:cNvPr id="12" name="Cube 11"/>
          <p:cNvSpPr/>
          <p:nvPr/>
        </p:nvSpPr>
        <p:spPr bwMode="auto">
          <a:xfrm>
            <a:off x="3748087" y="1981200"/>
            <a:ext cx="2286000" cy="685800"/>
          </a:xfrm>
          <a:prstGeom prst="cub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Algorithm</a:t>
            </a:r>
          </a:p>
        </p:txBody>
      </p:sp>
      <p:sp>
        <p:nvSpPr>
          <p:cNvPr id="8" name="Right Arrow 7"/>
          <p:cNvSpPr/>
          <p:nvPr/>
        </p:nvSpPr>
        <p:spPr bwMode="auto">
          <a:xfrm>
            <a:off x="5881687" y="2057400"/>
            <a:ext cx="1524000" cy="609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4" name="Up Arrow 13"/>
          <p:cNvSpPr/>
          <p:nvPr/>
        </p:nvSpPr>
        <p:spPr bwMode="auto">
          <a:xfrm>
            <a:off x="4586287" y="2700337"/>
            <a:ext cx="609600" cy="576263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51856" y="3352800"/>
            <a:ext cx="1002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Key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687" y="1295400"/>
            <a:ext cx="1765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Encryption</a:t>
            </a:r>
          </a:p>
        </p:txBody>
      </p:sp>
      <p:sp>
        <p:nvSpPr>
          <p:cNvPr id="17" name="Right Arrow 16"/>
          <p:cNvSpPr/>
          <p:nvPr/>
        </p:nvSpPr>
        <p:spPr bwMode="auto">
          <a:xfrm>
            <a:off x="2452687" y="4571672"/>
            <a:ext cx="1257300" cy="609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8" name="Flowchart: Alternate Process 17"/>
          <p:cNvSpPr/>
          <p:nvPr/>
        </p:nvSpPr>
        <p:spPr bwMode="auto">
          <a:xfrm>
            <a:off x="7405687" y="4519285"/>
            <a:ext cx="1562100" cy="609600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Hello</a:t>
            </a:r>
          </a:p>
        </p:txBody>
      </p:sp>
      <p:sp>
        <p:nvSpPr>
          <p:cNvPr id="19" name="Flowchart: Alternate Process 18"/>
          <p:cNvSpPr/>
          <p:nvPr/>
        </p:nvSpPr>
        <p:spPr bwMode="auto">
          <a:xfrm>
            <a:off x="890587" y="4519285"/>
            <a:ext cx="1562100" cy="609600"/>
          </a:xfrm>
          <a:prstGeom prst="flowChartAlternate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charset="0"/>
              </a:rPr>
              <a:t>$%@@!</a:t>
            </a:r>
          </a:p>
        </p:txBody>
      </p:sp>
      <p:sp>
        <p:nvSpPr>
          <p:cNvPr id="20" name="Cube 19"/>
          <p:cNvSpPr/>
          <p:nvPr/>
        </p:nvSpPr>
        <p:spPr bwMode="auto">
          <a:xfrm>
            <a:off x="3709987" y="4443085"/>
            <a:ext cx="2286000" cy="685800"/>
          </a:xfrm>
          <a:prstGeom prst="cub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Algorithm</a:t>
            </a:r>
          </a:p>
        </p:txBody>
      </p:sp>
      <p:sp>
        <p:nvSpPr>
          <p:cNvPr id="21" name="Right Arrow 20"/>
          <p:cNvSpPr/>
          <p:nvPr/>
        </p:nvSpPr>
        <p:spPr bwMode="auto">
          <a:xfrm>
            <a:off x="5843587" y="4519285"/>
            <a:ext cx="1524000" cy="609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2" name="Up Arrow 21"/>
          <p:cNvSpPr/>
          <p:nvPr/>
        </p:nvSpPr>
        <p:spPr bwMode="auto">
          <a:xfrm>
            <a:off x="4548187" y="5162222"/>
            <a:ext cx="609600" cy="576263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956" y="5814685"/>
            <a:ext cx="1002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Key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587" y="3757285"/>
            <a:ext cx="1773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Decryption</a:t>
            </a:r>
          </a:p>
        </p:txBody>
      </p:sp>
    </p:spTree>
    <p:extLst>
      <p:ext uri="{BB962C8B-B14F-4D97-AF65-F5344CB8AC3E}">
        <p14:creationId xmlns:p14="http://schemas.microsoft.com/office/powerpoint/2010/main" val="3610427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D9A628F-EB6B-49C9-B470-915860B3F70B}"/>
              </a:ext>
            </a:extLst>
          </p:cNvPr>
          <p:cNvSpPr txBox="1">
            <a:spLocks noChangeArrowheads="1"/>
          </p:cNvSpPr>
          <p:nvPr/>
        </p:nvSpPr>
        <p:spPr>
          <a:xfrm>
            <a:off x="1600200" y="228600"/>
            <a:ext cx="6400800" cy="7159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with Asymmetric Algorithms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9BAEF80-B814-4157-B3E4-EC7973F598F6}"/>
              </a:ext>
            </a:extLst>
          </p:cNvPr>
          <p:cNvSpPr txBox="1">
            <a:spLocks/>
          </p:cNvSpPr>
          <p:nvPr/>
        </p:nvSpPr>
        <p:spPr>
          <a:xfrm>
            <a:off x="1600200" y="868362"/>
            <a:ext cx="6400800" cy="5715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Asymmetric algorithms use </a:t>
            </a:r>
            <a:r>
              <a:rPr lang="en-US" altLang="en-US" b="1" i="1" u="sng" dirty="0"/>
              <a:t>Two Keys </a:t>
            </a:r>
            <a:r>
              <a:rPr lang="en-US" altLang="en-US" dirty="0"/>
              <a:t>to encrypt and decrypt data.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key</a:t>
            </a:r>
          </a:p>
          <a:p>
            <a:pPr lvl="2"/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May 2017 </a:t>
            </a:r>
            <a:r>
              <a:rPr lang="en-US" altLang="en-US" i="1" dirty="0"/>
              <a:t>= from 1024 bits -&gt; 2048 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 key</a:t>
            </a:r>
          </a:p>
          <a:p>
            <a:pPr lvl="2"/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May 2017 </a:t>
            </a:r>
            <a:r>
              <a:rPr lang="en-US" altLang="en-US" sz="2000" i="1" dirty="0"/>
              <a:t>= from 2048 bits = 4096 bits</a:t>
            </a:r>
          </a:p>
          <a:p>
            <a:pPr lvl="2"/>
            <a:r>
              <a:rPr lang="en-US" altLang="en-US" sz="2000" i="1" dirty="0"/>
              <a:t>{</a:t>
            </a:r>
            <a:r>
              <a:rPr lang="en-US" altLang="en-US" sz="2000" b="1" i="1" u="sng" dirty="0"/>
              <a:t>Key Pairs </a:t>
            </a:r>
            <a:r>
              <a:rPr lang="en-US" altLang="en-US" sz="2000" i="1" dirty="0"/>
              <a:t>– the 2 keys are 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Mathematically</a:t>
            </a:r>
            <a:r>
              <a:rPr lang="en-US" altLang="en-US" sz="2000" i="1" dirty="0"/>
              <a:t>}</a:t>
            </a:r>
          </a:p>
          <a:p>
            <a:pPr lvl="1"/>
            <a:r>
              <a:rPr lang="en-US" altLang="en-US" i="1" dirty="0"/>
              <a:t>Noticeably slower because:</a:t>
            </a:r>
          </a:p>
          <a:p>
            <a:pPr lvl="2"/>
            <a:r>
              <a:rPr lang="en-US" altLang="en-US" sz="2000" i="1" dirty="0"/>
              <a:t>Keys are MUCH Bigger than Symmetric methods</a:t>
            </a:r>
          </a:p>
          <a:p>
            <a:pPr lvl="2"/>
            <a:r>
              <a:rPr lang="en-US" altLang="en-US" sz="2000" i="1" dirty="0"/>
              <a:t>Algorithms (ciphers) are far more complex than Sym.</a:t>
            </a:r>
          </a:p>
          <a:p>
            <a:pPr lvl="2"/>
            <a:r>
              <a:rPr lang="en-US" altLang="en-US" sz="2000" i="1" dirty="0"/>
              <a:t>2 keys are involved in the “overall process”</a:t>
            </a:r>
          </a:p>
        </p:txBody>
      </p:sp>
    </p:spTree>
    <p:extLst>
      <p:ext uri="{BB962C8B-B14F-4D97-AF65-F5344CB8AC3E}">
        <p14:creationId xmlns:p14="http://schemas.microsoft.com/office/powerpoint/2010/main" val="3375201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0" t="20175" r="3410" b="10814"/>
          <a:stretch/>
        </p:blipFill>
        <p:spPr>
          <a:xfrm>
            <a:off x="1447800" y="3586017"/>
            <a:ext cx="6962745" cy="2586183"/>
          </a:xfrm>
          <a:prstGeom prst="rect">
            <a:avLst/>
          </a:prstGeom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335352"/>
              </p:ext>
            </p:extLst>
          </p:nvPr>
        </p:nvGraphicFramePr>
        <p:xfrm>
          <a:off x="1371600" y="1066800"/>
          <a:ext cx="7315200" cy="236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972" y="304800"/>
            <a:ext cx="7772400" cy="685800"/>
          </a:xfrm>
        </p:spPr>
        <p:txBody>
          <a:bodyPr/>
          <a:lstStyle/>
          <a:p>
            <a:r>
              <a:rPr lang="en-US" dirty="0"/>
              <a:t>About That Hash</a:t>
            </a:r>
          </a:p>
        </p:txBody>
      </p:sp>
    </p:spTree>
    <p:extLst>
      <p:ext uri="{BB962C8B-B14F-4D97-AF65-F5344CB8AC3E}">
        <p14:creationId xmlns:p14="http://schemas.microsoft.com/office/powerpoint/2010/main" val="3104511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516951"/>
              </p:ext>
            </p:extLst>
          </p:nvPr>
        </p:nvGraphicFramePr>
        <p:xfrm>
          <a:off x="1371600" y="2419529"/>
          <a:ext cx="7315200" cy="370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12192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Hashing is used to detect changes in information: anything that is hashed and then changed, even a small amount, will result in an entirely different hash from the original. </a:t>
            </a:r>
          </a:p>
        </p:txBody>
      </p:sp>
    </p:spTree>
    <p:extLst>
      <p:ext uri="{BB962C8B-B14F-4D97-AF65-F5344CB8AC3E}">
        <p14:creationId xmlns:p14="http://schemas.microsoft.com/office/powerpoint/2010/main" val="3561180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824479"/>
              </p:ext>
            </p:extLst>
          </p:nvPr>
        </p:nvGraphicFramePr>
        <p:xfrm>
          <a:off x="1371600" y="1600200"/>
          <a:ext cx="7315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772400" cy="457200"/>
          </a:xfrm>
        </p:spPr>
        <p:txBody>
          <a:bodyPr/>
          <a:lstStyle/>
          <a:p>
            <a:r>
              <a:rPr lang="en-US" sz="3600" dirty="0"/>
              <a:t>Hashing in </a:t>
            </a:r>
            <a:r>
              <a:rPr lang="en-US" sz="3600" i="1" u="sng" dirty="0"/>
              <a:t>Digital</a:t>
            </a:r>
            <a:r>
              <a:rPr lang="en-US" sz="3600" dirty="0"/>
              <a:t> </a:t>
            </a:r>
            <a:r>
              <a:rPr lang="en-US" sz="3600" i="1" u="sng" dirty="0"/>
              <a:t>Signatures</a:t>
            </a:r>
            <a:r>
              <a:rPr lang="en-US" sz="3600" dirty="0"/>
              <a:t> -</a:t>
            </a:r>
            <a:r>
              <a:rPr lang="en-US" sz="3600" i="1" u="sng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488998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699559"/>
              </p:ext>
            </p:extLst>
          </p:nvPr>
        </p:nvGraphicFramePr>
        <p:xfrm>
          <a:off x="3054802" y="1600200"/>
          <a:ext cx="5631998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Digital Certificates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6786" y="1371600"/>
            <a:ext cx="228600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digital certificate complements or replaces other forms of authentication. A user who presents the credential must have a method in place that allows for the credential to be validated. </a:t>
            </a:r>
          </a:p>
        </p:txBody>
      </p:sp>
    </p:spTree>
    <p:extLst>
      <p:ext uri="{BB962C8B-B14F-4D97-AF65-F5344CB8AC3E}">
        <p14:creationId xmlns:p14="http://schemas.microsoft.com/office/powerpoint/2010/main" val="3782142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6F8E5C-5213-49FF-A2F1-30D28407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</a:t>
            </a:r>
            <a:r>
              <a:rPr lang="en-US" dirty="0"/>
              <a:t>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</a:t>
            </a:r>
            <a:r>
              <a:rPr lang="en-US" dirty="0"/>
              <a:t> of </a:t>
            </a:r>
            <a:r>
              <a:rPr lang="en-US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Identifying</a:t>
            </a:r>
            <a:r>
              <a:rPr lang="en-US" dirty="0"/>
              <a:t> that a given </a:t>
            </a:r>
            <a:r>
              <a:rPr lang="en-US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User</a:t>
            </a:r>
            <a:r>
              <a:rPr lang="en-US" dirty="0"/>
              <a:t> is </a:t>
            </a:r>
            <a:r>
              <a:rPr lang="en-US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</a:t>
            </a:r>
          </a:p>
          <a:p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</a:t>
            </a:r>
            <a:r>
              <a:rPr lang="en-US" dirty="0"/>
              <a:t> </a:t>
            </a:r>
            <a:r>
              <a:rPr lang="en-US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Authorization</a:t>
            </a:r>
            <a:r>
              <a:rPr lang="en-US" dirty="0"/>
              <a:t>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r>
              <a:rPr lang="en-US" dirty="0"/>
              <a:t> </a:t>
            </a:r>
          </a:p>
          <a:p>
            <a:r>
              <a:rPr lang="en-US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Verify</a:t>
            </a:r>
            <a:r>
              <a:rPr lang="en-US" dirty="0"/>
              <a:t> or </a:t>
            </a:r>
            <a:r>
              <a:rPr lang="en-US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Certify</a:t>
            </a:r>
            <a:r>
              <a:rPr lang="en-US" dirty="0"/>
              <a:t> that a </a:t>
            </a:r>
            <a:r>
              <a:rPr lang="en-US" i="1" u="sng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lang="en-US" dirty="0"/>
              <a:t> is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</a:t>
            </a:r>
            <a:r>
              <a:rPr lang="en-US" dirty="0"/>
              <a:t> the </a:t>
            </a:r>
            <a:r>
              <a:rPr lang="en-US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en-US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en-US" dirty="0"/>
              <a:t>and </a:t>
            </a:r>
            <a:r>
              <a:rPr lang="en-US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Processes</a:t>
            </a:r>
            <a:r>
              <a:rPr lang="en-US" dirty="0"/>
              <a:t> to </a:t>
            </a:r>
            <a:r>
              <a:rPr lang="en-US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Communicate Securely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FAE541-9CC5-42D9-A864-832D6C7F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Certificates</a:t>
            </a:r>
          </a:p>
        </p:txBody>
      </p:sp>
    </p:spTree>
    <p:extLst>
      <p:ext uri="{BB962C8B-B14F-4D97-AF65-F5344CB8AC3E}">
        <p14:creationId xmlns:p14="http://schemas.microsoft.com/office/powerpoint/2010/main" val="4063164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E3AB80-F8B3-4120-8F66-5AD64A5DD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Certificate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Define “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</a:t>
            </a:r>
            <a:r>
              <a:rPr lang="en-US" dirty="0"/>
              <a:t>”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Certificates</a:t>
            </a:r>
            <a:r>
              <a:rPr lang="en-US" dirty="0"/>
              <a:t> do</a:t>
            </a:r>
          </a:p>
          <a:p>
            <a:pPr lvl="2"/>
            <a:r>
              <a:rPr lang="en-US" dirty="0"/>
              <a:t>What Subset of functions are supported</a:t>
            </a:r>
          </a:p>
          <a:p>
            <a:r>
              <a:rPr lang="en-US" dirty="0"/>
              <a:t>Certificate practice statement (CPS)</a:t>
            </a:r>
          </a:p>
          <a:p>
            <a:pPr lvl="1"/>
            <a:r>
              <a:rPr lang="en-US" dirty="0"/>
              <a:t>A </a:t>
            </a:r>
            <a:r>
              <a:rPr 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Detailed Statement </a:t>
            </a:r>
            <a:r>
              <a:rPr lang="en-US" dirty="0"/>
              <a:t>the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</a:t>
            </a:r>
            <a:r>
              <a:rPr lang="en-US" dirty="0"/>
              <a:t> uses to issue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Certificates</a:t>
            </a:r>
            <a:r>
              <a:rPr lang="en-US" dirty="0"/>
              <a:t> and implement its </a:t>
            </a:r>
            <a:r>
              <a:rPr 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Policies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0F9F8F-E1B8-454D-A0E9-9E6FD4A5E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Certificates …</a:t>
            </a:r>
          </a:p>
        </p:txBody>
      </p:sp>
    </p:spTree>
    <p:extLst>
      <p:ext uri="{BB962C8B-B14F-4D97-AF65-F5344CB8AC3E}">
        <p14:creationId xmlns:p14="http://schemas.microsoft.com/office/powerpoint/2010/main" val="14083474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574643-9D1B-4902-A0AD-9ED28CD1C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 Revocation</a:t>
            </a:r>
          </a:p>
          <a:p>
            <a:pPr lvl="1"/>
            <a:r>
              <a:rPr lang="en-US" dirty="0"/>
              <a:t>The process of revoking a certificate before it expires</a:t>
            </a:r>
          </a:p>
          <a:p>
            <a:r>
              <a:rPr lang="en-US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 Revocation List (CRL)</a:t>
            </a:r>
          </a:p>
          <a:p>
            <a:r>
              <a:rPr lang="en-US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Certificate Status Protocol (OCSP)</a:t>
            </a:r>
          </a:p>
          <a:p>
            <a:r>
              <a:rPr lang="en-US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Repository</a:t>
            </a:r>
          </a:p>
          <a:p>
            <a:pPr lvl="1"/>
            <a:r>
              <a:rPr lang="en-US" dirty="0"/>
              <a:t>A database or database server where the certificates are stored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FC4B29-B635-49F3-9801-C1AE6D7B8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Revocation</a:t>
            </a:r>
          </a:p>
        </p:txBody>
      </p:sp>
    </p:spTree>
    <p:extLst>
      <p:ext uri="{BB962C8B-B14F-4D97-AF65-F5344CB8AC3E}">
        <p14:creationId xmlns:p14="http://schemas.microsoft.com/office/powerpoint/2010/main" val="624774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F61A51-C2D6-43C4-A973-32D03FBF839F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274638"/>
            <a:ext cx="8001000" cy="792162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9pPr>
          </a:lstStyle>
          <a:p>
            <a:r>
              <a:rPr lang="en-US" altLang="en-US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Cryptographic System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1C6F30-14C2-4B92-853C-BDD70AD14970}"/>
              </a:ext>
            </a:extLst>
          </p:cNvPr>
          <p:cNvSpPr txBox="1">
            <a:spLocks/>
          </p:cNvSpPr>
          <p:nvPr/>
        </p:nvSpPr>
        <p:spPr>
          <a:xfrm>
            <a:off x="990600" y="1166018"/>
            <a:ext cx="7924800" cy="523478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/>
              <a:t>A </a:t>
            </a:r>
            <a:r>
              <a:rPr lang="en-US" altLang="en-US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Cryptographic</a:t>
            </a:r>
            <a:r>
              <a:rPr lang="en-US" altLang="en-US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i="1" u="sng" kern="0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lang="en-US" altLang="en-US" i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kern="0" dirty="0"/>
              <a:t>is a system, method, or process that is used to provide </a:t>
            </a:r>
            <a:r>
              <a:rPr lang="en-US" altLang="en-US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Encryption</a:t>
            </a:r>
            <a:r>
              <a:rPr lang="en-US" altLang="en-US" kern="0" dirty="0"/>
              <a:t> and </a:t>
            </a:r>
            <a:r>
              <a:rPr lang="en-US" altLang="en-US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Decryption, </a:t>
            </a:r>
            <a:r>
              <a:rPr lang="en-US" altLang="en-US" i="1" u="sng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 CONTROLED (Managed) Environment</a:t>
            </a:r>
            <a:endParaRPr lang="en-US" altLang="en-US" kern="0" dirty="0">
              <a:solidFill>
                <a:srgbClr val="FFC000"/>
              </a:solidFill>
            </a:endParaRPr>
          </a:p>
          <a:p>
            <a:pPr lvl="1"/>
            <a:r>
              <a:rPr lang="en-US" altLang="en-US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Confidentiality</a:t>
            </a:r>
            <a:r>
              <a:rPr lang="en-US" altLang="en-US" kern="0" dirty="0"/>
              <a:t> and strength</a:t>
            </a:r>
          </a:p>
          <a:p>
            <a:pPr lvl="1"/>
            <a:r>
              <a:rPr lang="en-US" altLang="en-US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Integrity</a:t>
            </a:r>
          </a:p>
          <a:p>
            <a:pPr lvl="1"/>
            <a:r>
              <a:rPr lang="en-US" altLang="en-US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</a:t>
            </a:r>
            <a:r>
              <a:rPr lang="en-US" altLang="en-US" kern="0" dirty="0"/>
              <a:t> </a:t>
            </a:r>
            <a:r>
              <a:rPr lang="en-US" altLang="en-US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signatures</a:t>
            </a:r>
          </a:p>
          <a:p>
            <a:pPr lvl="2"/>
            <a:r>
              <a:rPr lang="en-US" altLang="en-US" b="1" i="1" u="sng" kern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Guaranteed </a:t>
            </a:r>
            <a:r>
              <a:rPr lang="en-US" altLang="en-US" b="1" i="1" u="sng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Identity</a:t>
            </a:r>
          </a:p>
          <a:p>
            <a:pPr lvl="1"/>
            <a:r>
              <a:rPr lang="en-US" altLang="en-US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Authentication</a:t>
            </a:r>
          </a:p>
          <a:p>
            <a:pPr lvl="1"/>
            <a:r>
              <a:rPr lang="en-US" altLang="en-US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Nonrepudiation</a:t>
            </a:r>
          </a:p>
          <a:p>
            <a:pPr lvl="1"/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22177994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5E98DAC-B37F-494B-90A5-DB0C9EBA695B}"/>
              </a:ext>
            </a:extLst>
          </p:cNvPr>
          <p:cNvSpPr txBox="1">
            <a:spLocks/>
          </p:cNvSpPr>
          <p:nvPr/>
        </p:nvSpPr>
        <p:spPr>
          <a:xfrm>
            <a:off x="990600" y="1219200"/>
            <a:ext cx="7848600" cy="5105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800" i="1" u="sng" kern="0" dirty="0">
                <a:solidFill>
                  <a:srgbClr val="0070C0"/>
                </a:solidFill>
              </a:rPr>
              <a:t>X.509 </a:t>
            </a:r>
            <a:r>
              <a:rPr lang="en-US" altLang="en-US" sz="2800" i="1" u="sng" kern="0" dirty="0">
                <a:solidFill>
                  <a:srgbClr val="FF0000"/>
                </a:solidFill>
              </a:rPr>
              <a:t>– Certificates</a:t>
            </a:r>
            <a:r>
              <a:rPr lang="en-US" altLang="en-US" sz="2800" b="0" kern="0" dirty="0"/>
              <a:t>:</a:t>
            </a:r>
          </a:p>
          <a:p>
            <a:pPr lvl="1"/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Formats </a:t>
            </a:r>
            <a:r>
              <a:rPr lang="en-US" altLang="en-US" sz="2400" dirty="0"/>
              <a:t>and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Fields</a:t>
            </a:r>
            <a:r>
              <a:rPr lang="en-US" altLang="en-US" sz="2400" dirty="0"/>
              <a:t> for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Keys</a:t>
            </a:r>
          </a:p>
          <a:p>
            <a:pPr lvl="1"/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Procedures</a:t>
            </a:r>
            <a:r>
              <a:rPr lang="en-US" altLang="en-US" sz="2400" dirty="0"/>
              <a:t> that should be used to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Keys</a:t>
            </a:r>
            <a:endParaRPr lang="en-US" altLang="en-US" sz="2400" b="1" i="1" u="sng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i="1" kern="0" dirty="0"/>
              <a:t>Public-Key Infrastructure </a:t>
            </a:r>
            <a:r>
              <a:rPr lang="en-US" altLang="en-US" sz="2800" i="1" u="sng" kern="0" dirty="0">
                <a:solidFill>
                  <a:srgbClr val="0070C0"/>
                </a:solidFill>
              </a:rPr>
              <a:t>X.509 </a:t>
            </a:r>
            <a:r>
              <a:rPr lang="en-US" altLang="en-US" sz="2800" i="1" kern="0" dirty="0"/>
              <a:t>(</a:t>
            </a:r>
            <a:r>
              <a:rPr lang="en-US" altLang="en-US" sz="2800" i="1" u="sng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PKIX</a:t>
            </a:r>
            <a:r>
              <a:rPr lang="en-US" altLang="en-US" sz="2800" i="1" kern="0" dirty="0"/>
              <a:t>)</a:t>
            </a:r>
          </a:p>
          <a:p>
            <a:pPr lvl="1"/>
            <a:r>
              <a:rPr lang="en-US" altLang="en-US" kern="0" dirty="0"/>
              <a:t>The working group formed by the IETF to develop standards and models for the PKI environment</a:t>
            </a:r>
          </a:p>
          <a:p>
            <a:r>
              <a:rPr lang="en-US" altLang="en-US" sz="2800" i="1" kern="0" dirty="0"/>
              <a:t>Public-Key Cryptography Standards (</a:t>
            </a:r>
            <a:r>
              <a:rPr lang="en-US" altLang="en-US" sz="2800" i="1" u="sng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PKCS</a:t>
            </a:r>
            <a:r>
              <a:rPr lang="en-US" altLang="en-US" sz="2800" i="1" kern="0" dirty="0"/>
              <a:t>) </a:t>
            </a:r>
          </a:p>
          <a:p>
            <a:pPr lvl="1"/>
            <a:r>
              <a:rPr lang="en-US" altLang="en-US" kern="0" dirty="0"/>
              <a:t>A set of voluntary standards created by </a:t>
            </a:r>
            <a:r>
              <a:rPr lang="en-US" altLang="en-US" b="1" i="1" u="sng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</a:t>
            </a:r>
            <a:r>
              <a:rPr lang="en-US" altLang="en-US" kern="0" dirty="0"/>
              <a:t> and security leaders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863B0C-2530-42C9-92C4-AF8A9926A5E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274638"/>
            <a:ext cx="8001000" cy="792162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Garamond" pitchFamily="18" charset="0"/>
              </a:defRPr>
            </a:lvl9pPr>
          </a:lstStyle>
          <a:p>
            <a:r>
              <a:rPr lang="en-US" altLang="en-US" kern="0" dirty="0"/>
              <a:t>Public Key Standards</a:t>
            </a:r>
          </a:p>
        </p:txBody>
      </p:sp>
    </p:spTree>
    <p:extLst>
      <p:ext uri="{BB962C8B-B14F-4D97-AF65-F5344CB8AC3E}">
        <p14:creationId xmlns:p14="http://schemas.microsoft.com/office/powerpoint/2010/main" val="2638721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5FAF9-6DF7-4564-8459-37B5AA7E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Key Infrastructure (PKI)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2B045-60AD-4FDC-AA46-6974D9D47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14400"/>
            <a:ext cx="8077200" cy="5715000"/>
          </a:xfrm>
        </p:spPr>
        <p:txBody>
          <a:bodyPr/>
          <a:lstStyle/>
          <a:p>
            <a:r>
              <a:rPr lang="en-US" sz="2800" dirty="0"/>
              <a:t>Public Key Infrastructure (PKI):</a:t>
            </a:r>
          </a:p>
          <a:p>
            <a:pPr lvl="1"/>
            <a:r>
              <a:rPr lang="en-US" sz="2400" dirty="0"/>
              <a:t>Intended to provide a means of providing security to messages and transactions on a grand scale</a:t>
            </a:r>
          </a:p>
          <a:p>
            <a:r>
              <a:rPr lang="en-US" sz="2800" dirty="0"/>
              <a:t>PKI is a </a:t>
            </a:r>
            <a:r>
              <a:rPr lang="en-US" sz="2800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Two-Key</a:t>
            </a:r>
            <a:r>
              <a:rPr lang="en-US" sz="2800" dirty="0"/>
              <a:t>, </a:t>
            </a:r>
            <a:r>
              <a:rPr lang="en-US" sz="2800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Asymmetric</a:t>
            </a:r>
            <a:r>
              <a:rPr lang="en-US" sz="2800" dirty="0"/>
              <a:t> system with </a:t>
            </a:r>
            <a:r>
              <a:rPr lang="en-US" sz="2800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Four</a:t>
            </a:r>
            <a:r>
              <a:rPr lang="en-US" sz="2800" dirty="0"/>
              <a:t> main components:</a:t>
            </a:r>
          </a:p>
          <a:p>
            <a:pPr lvl="1"/>
            <a:r>
              <a:rPr lang="en-US" sz="2400" dirty="0"/>
              <a:t>Certificate authority (</a:t>
            </a:r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</a:t>
            </a:r>
            <a:r>
              <a:rPr lang="en-US" sz="2400" dirty="0"/>
              <a:t>)</a:t>
            </a:r>
          </a:p>
          <a:p>
            <a:pPr lvl="2"/>
            <a:r>
              <a:rPr lang="en-US" sz="2000" dirty="0"/>
              <a:t>issuing, revoking, and distributing certificates</a:t>
            </a:r>
          </a:p>
          <a:p>
            <a:pPr lvl="1"/>
            <a:r>
              <a:rPr lang="en-US" sz="2400" dirty="0"/>
              <a:t>Registration authority (</a:t>
            </a:r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</a:t>
            </a:r>
            <a:r>
              <a:rPr lang="en-US" sz="2400" dirty="0"/>
              <a:t>):</a:t>
            </a:r>
          </a:p>
          <a:p>
            <a:pPr lvl="2"/>
            <a:r>
              <a:rPr lang="en-US" sz="2000" dirty="0"/>
              <a:t>distribute keys, accept registrations for the CA, and validate identities</a:t>
            </a:r>
          </a:p>
          <a:p>
            <a:pPr lvl="3"/>
            <a:r>
              <a:rPr lang="en-US" sz="1800" dirty="0"/>
              <a:t>Optional – </a:t>
            </a:r>
            <a:r>
              <a:rPr lang="en-US" sz="1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LRA</a:t>
            </a:r>
            <a:r>
              <a:rPr lang="en-US" sz="1800" dirty="0"/>
              <a:t>:</a:t>
            </a:r>
          </a:p>
          <a:p>
            <a:pPr lvl="4"/>
            <a:r>
              <a:rPr lang="en-US" sz="1800" dirty="0"/>
              <a:t>identify or establish the identity of an individual for certificate issuance</a:t>
            </a:r>
          </a:p>
          <a:p>
            <a:pPr lvl="1"/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</a:t>
            </a:r>
            <a:r>
              <a:rPr lang="en-US" sz="2400" dirty="0"/>
              <a:t> (the encryption algorithm)</a:t>
            </a:r>
          </a:p>
          <a:p>
            <a:pPr lvl="1"/>
            <a:r>
              <a:rPr lang="en-US" sz="2400" dirty="0"/>
              <a:t>Digital </a:t>
            </a: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045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363227"/>
              </p:ext>
            </p:extLst>
          </p:nvPr>
        </p:nvGraphicFramePr>
        <p:xfrm>
          <a:off x="1371600" y="1600200"/>
          <a:ext cx="7315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Certification Authorities</a:t>
            </a:r>
          </a:p>
        </p:txBody>
      </p:sp>
    </p:spTree>
    <p:extLst>
      <p:ext uri="{BB962C8B-B14F-4D97-AF65-F5344CB8AC3E}">
        <p14:creationId xmlns:p14="http://schemas.microsoft.com/office/powerpoint/2010/main" val="3439773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PKI</a:t>
            </a:r>
            <a:r>
              <a:rPr lang="en-US" dirty="0"/>
              <a:t>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7" y="1219200"/>
            <a:ext cx="7991163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08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567BE8-B498-4045-8241-1E9C109D6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Four main types of trust models are used with PKI.</a:t>
            </a:r>
          </a:p>
          <a:p>
            <a:pPr lvl="1"/>
            <a:r>
              <a:rPr lang="en-US" sz="3200" dirty="0"/>
              <a:t>Hierarchical</a:t>
            </a:r>
          </a:p>
          <a:p>
            <a:pPr lvl="1"/>
            <a:r>
              <a:rPr lang="en-US" sz="3200" dirty="0"/>
              <a:t>Bridge</a:t>
            </a:r>
          </a:p>
          <a:p>
            <a:pPr lvl="1"/>
            <a:r>
              <a:rPr lang="en-US" sz="3200" dirty="0"/>
              <a:t>Mesh</a:t>
            </a:r>
          </a:p>
          <a:p>
            <a:pPr lvl="1"/>
            <a:r>
              <a:rPr lang="en-US" sz="3200" dirty="0"/>
              <a:t>Hybrid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48D665-BB19-4189-8D6D-28AF05E2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PKI Trust Models</a:t>
            </a:r>
          </a:p>
        </p:txBody>
      </p:sp>
    </p:spTree>
    <p:extLst>
      <p:ext uri="{BB962C8B-B14F-4D97-AF65-F5344CB8AC3E}">
        <p14:creationId xmlns:p14="http://schemas.microsoft.com/office/powerpoint/2010/main" val="1997740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070F90-3F8D-4AA0-919E-5A78830E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Hierarchical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  <a:p>
            <a:pPr lvl="1"/>
            <a:r>
              <a:rPr lang="en-US" sz="2400" dirty="0"/>
              <a:t>Also known as a tree; a root CA at the top provides all the information</a:t>
            </a:r>
          </a:p>
          <a:p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Bridge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  <a:p>
            <a:r>
              <a:rPr lang="en-US" sz="2400" dirty="0"/>
              <a:t>A peer-to-peer relationship exists between the root CAs</a:t>
            </a:r>
          </a:p>
          <a:p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Mesh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  <a:p>
            <a:pPr lvl="1"/>
            <a:r>
              <a:rPr lang="en-US" sz="2400" dirty="0"/>
              <a:t>Expands the concepts of the bridge model by supporting multiple paths and multiple root CAs</a:t>
            </a:r>
          </a:p>
          <a:p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</a:t>
            </a:r>
            <a:r>
              <a:rPr lang="en-US" sz="2800" dirty="0"/>
              <a:t> </a:t>
            </a:r>
            <a:r>
              <a:rPr lang="en-US" sz="28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  <a:p>
            <a:pPr lvl="1"/>
            <a:r>
              <a:rPr lang="en-US" sz="2400" dirty="0"/>
              <a:t>Can use the capabilities of any or all of the structures discussed in the previous sections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62A14E-7E83-4CEF-975A-DE178638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Models…</a:t>
            </a:r>
          </a:p>
        </p:txBody>
      </p:sp>
    </p:spTree>
    <p:extLst>
      <p:ext uri="{BB962C8B-B14F-4D97-AF65-F5344CB8AC3E}">
        <p14:creationId xmlns:p14="http://schemas.microsoft.com/office/powerpoint/2010/main" val="3896996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066295"/>
              </p:ext>
            </p:extLst>
          </p:nvPr>
        </p:nvGraphicFramePr>
        <p:xfrm>
          <a:off x="1371600" y="1600200"/>
          <a:ext cx="7315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Applications of Cryptography: IPSec</a:t>
            </a:r>
          </a:p>
        </p:txBody>
      </p:sp>
    </p:spTree>
    <p:extLst>
      <p:ext uri="{BB962C8B-B14F-4D97-AF65-F5344CB8AC3E}">
        <p14:creationId xmlns:p14="http://schemas.microsoft.com/office/powerpoint/2010/main" val="3682817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462514"/>
              </p:ext>
            </p:extLst>
          </p:nvPr>
        </p:nvGraphicFramePr>
        <p:xfrm>
          <a:off x="1371600" y="1600200"/>
          <a:ext cx="7315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Applications of Cryptography: PGP</a:t>
            </a:r>
          </a:p>
        </p:txBody>
      </p:sp>
    </p:spTree>
    <p:extLst>
      <p:ext uri="{BB962C8B-B14F-4D97-AF65-F5344CB8AC3E}">
        <p14:creationId xmlns:p14="http://schemas.microsoft.com/office/powerpoint/2010/main" val="7188326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87346"/>
            <a:ext cx="4495800" cy="5193718"/>
          </a:xfrm>
          <a:prstGeom prst="rect">
            <a:avLst/>
          </a:prstGeom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524474"/>
              </p:ext>
            </p:extLst>
          </p:nvPr>
        </p:nvGraphicFramePr>
        <p:xfrm>
          <a:off x="4724400" y="1287346"/>
          <a:ext cx="3962400" cy="5193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Applications of Cryptography: Secure Sockets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16EAD-A508-4898-88BB-AE1E691BF2D1}"/>
              </a:ext>
            </a:extLst>
          </p:cNvPr>
          <p:cNvSpPr txBox="1"/>
          <p:nvPr/>
        </p:nvSpPr>
        <p:spPr>
          <a:xfrm>
            <a:off x="914400" y="702571"/>
            <a:ext cx="1364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L5 &amp;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AB474-2333-417D-A3FE-244F592DA424}"/>
              </a:ext>
            </a:extLst>
          </p:cNvPr>
          <p:cNvSpPr/>
          <p:nvPr/>
        </p:nvSpPr>
        <p:spPr bwMode="auto">
          <a:xfrm>
            <a:off x="1950396" y="4648200"/>
            <a:ext cx="2469205" cy="1371600"/>
          </a:xfrm>
          <a:prstGeom prst="rect">
            <a:avLst/>
          </a:prstGeom>
          <a:solidFill>
            <a:srgbClr val="C00000">
              <a:alpha val="3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2217A-E4A8-413F-8DEA-3E5B427503BA}"/>
              </a:ext>
            </a:extLst>
          </p:cNvPr>
          <p:cNvSpPr/>
          <p:nvPr/>
        </p:nvSpPr>
        <p:spPr bwMode="auto">
          <a:xfrm>
            <a:off x="1950396" y="3099059"/>
            <a:ext cx="2469205" cy="1371600"/>
          </a:xfrm>
          <a:prstGeom prst="rect">
            <a:avLst/>
          </a:prstGeom>
          <a:solidFill>
            <a:srgbClr val="C00000">
              <a:alpha val="2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7793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42DA5-2618-44DB-8041-EE9105C17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14400"/>
            <a:ext cx="8077200" cy="5562600"/>
          </a:xfrm>
        </p:spPr>
        <p:txBody>
          <a:bodyPr/>
          <a:lstStyle/>
          <a:p>
            <a:r>
              <a:rPr lang="en-US" sz="2400" dirty="0"/>
              <a:t>Certificate Management Protocol (</a:t>
            </a:r>
            <a:r>
              <a:rPr lang="en-US" sz="24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CMP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A messaging protocol used between PKI entities</a:t>
            </a:r>
          </a:p>
          <a:p>
            <a:r>
              <a:rPr lang="en-US" sz="2400" dirty="0"/>
              <a:t>Secure Multipurpose Internet Mail Extensions (</a:t>
            </a:r>
            <a:r>
              <a:rPr lang="en-US" sz="24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S/MIME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A standard used for encrypting e-mail</a:t>
            </a:r>
          </a:p>
          <a:p>
            <a:r>
              <a:rPr lang="en-US" sz="2400" dirty="0"/>
              <a:t>Pretty Good Privacy (</a:t>
            </a:r>
            <a:r>
              <a:rPr lang="en-US" sz="24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PGP</a:t>
            </a:r>
            <a:r>
              <a:rPr lang="en-US" sz="2400" dirty="0"/>
              <a:t>) </a:t>
            </a:r>
          </a:p>
          <a:p>
            <a:pPr lvl="1"/>
            <a:r>
              <a:rPr lang="en-US" sz="2000" dirty="0"/>
              <a:t>A freeware e‑mail encryption system</a:t>
            </a:r>
          </a:p>
          <a:p>
            <a:r>
              <a:rPr lang="en-US" sz="2400" dirty="0"/>
              <a:t>Hypertext Transport Protocol over SSL (</a:t>
            </a:r>
            <a:r>
              <a:rPr lang="en-US" sz="24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</a:t>
            </a:r>
            <a:r>
              <a:rPr lang="en-US" sz="2400" dirty="0"/>
              <a:t>):</a:t>
            </a:r>
          </a:p>
          <a:p>
            <a:pPr lvl="1"/>
            <a:r>
              <a:rPr lang="en-US" sz="2000" dirty="0"/>
              <a:t>Authenticates Server BUT NOT Client (as a default)</a:t>
            </a:r>
          </a:p>
          <a:p>
            <a:r>
              <a:rPr lang="en-US" sz="2400" dirty="0"/>
              <a:t>Secure Hypertext Transport Protocol (</a:t>
            </a:r>
            <a:r>
              <a:rPr lang="en-US" sz="24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S-HTTP</a:t>
            </a:r>
            <a:r>
              <a:rPr lang="en-US" sz="2400" dirty="0"/>
              <a:t>):</a:t>
            </a:r>
          </a:p>
          <a:p>
            <a:pPr lvl="1"/>
            <a:r>
              <a:rPr lang="en-US" sz="2000" dirty="0"/>
              <a:t>more advanced version of HTTP that provides:</a:t>
            </a:r>
          </a:p>
          <a:p>
            <a:pPr lvl="2"/>
            <a:r>
              <a:rPr lang="en-US" sz="1800" dirty="0"/>
              <a:t>security through encryption</a:t>
            </a:r>
          </a:p>
          <a:p>
            <a:pPr lvl="2"/>
            <a:r>
              <a:rPr lang="en-US" sz="1800" dirty="0"/>
              <a:t>Client and Server (Cross) Authentication</a:t>
            </a:r>
          </a:p>
          <a:p>
            <a:r>
              <a:rPr lang="en-US" sz="2400" dirty="0"/>
              <a:t>IP Security (</a:t>
            </a:r>
            <a:r>
              <a:rPr lang="en-US" sz="2400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IPSec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BF4EA0-290A-46AD-B8AD-4468D14E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772400" cy="457200"/>
          </a:xfrm>
        </p:spPr>
        <p:txBody>
          <a:bodyPr/>
          <a:lstStyle/>
          <a:p>
            <a:r>
              <a:rPr lang="en-US" sz="3200" dirty="0"/>
              <a:t>Applications of Cryptography</a:t>
            </a:r>
          </a:p>
        </p:txBody>
      </p:sp>
    </p:spTree>
    <p:extLst>
      <p:ext uri="{BB962C8B-B14F-4D97-AF65-F5344CB8AC3E}">
        <p14:creationId xmlns:p14="http://schemas.microsoft.com/office/powerpoint/2010/main" val="7332545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78FD-BF9B-4F28-81AE-FD12E7BC2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63D1-C914-4A6A-A4F7-5CFB12B40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Tunneling protocols</a:t>
            </a:r>
          </a:p>
          <a:p>
            <a:pPr lvl="1"/>
            <a:r>
              <a:rPr lang="en-US" dirty="0"/>
              <a:t>Adds a capability to the network</a:t>
            </a:r>
          </a:p>
          <a:p>
            <a:pPr lvl="1"/>
            <a:r>
              <a:rPr lang="en-US" dirty="0"/>
              <a:t>Common protocols used for tunneling</a:t>
            </a:r>
          </a:p>
          <a:p>
            <a:pPr lvl="2"/>
            <a:r>
              <a:rPr lang="en-US" dirty="0"/>
              <a:t>Point-to-Point Tunneling Protocol (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PPTP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Layer 2 Forwarding (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L2F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Tunneling Protocol (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L2TP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Popular Protocols for VPN: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L2TP</a:t>
            </a:r>
            <a:r>
              <a:rPr lang="en-US" dirty="0"/>
              <a:t> +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EAP</a:t>
            </a:r>
            <a:r>
              <a:rPr lang="en-US" dirty="0"/>
              <a:t> (usually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EAPOL</a:t>
            </a:r>
            <a:r>
              <a:rPr lang="en-US" dirty="0"/>
              <a:t>) +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IPSEC</a:t>
            </a:r>
            <a:r>
              <a:rPr lang="en-US" dirty="0"/>
              <a:t>)</a:t>
            </a:r>
          </a:p>
          <a:p>
            <a:r>
              <a:rPr lang="en-US" dirty="0"/>
              <a:t>Federal Information Processing Standard (FIPS)</a:t>
            </a:r>
          </a:p>
          <a:p>
            <a:pPr lvl="1"/>
            <a:r>
              <a:rPr lang="en-US" dirty="0"/>
              <a:t>A set of guidelines for the United States federal government information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466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A58805D-000D-4895-ACBF-7CB4060287F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304800"/>
            <a:ext cx="6400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Code-breaking Techniques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29F9927-701F-425E-96D2-452BF6F42B39}"/>
              </a:ext>
            </a:extLst>
          </p:cNvPr>
          <p:cNvSpPr txBox="1">
            <a:spLocks/>
          </p:cNvSpPr>
          <p:nvPr/>
        </p:nvSpPr>
        <p:spPr>
          <a:xfrm>
            <a:off x="838200" y="990600"/>
            <a:ext cx="8153400" cy="55927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Frequency Analysis</a:t>
            </a:r>
          </a:p>
          <a:p>
            <a:pPr lvl="1"/>
            <a:r>
              <a:rPr lang="en-US" altLang="en-US" sz="2000" dirty="0"/>
              <a:t>involves looking at blocks of an encrypted message to determine if any </a:t>
            </a:r>
            <a:r>
              <a:rPr lang="en-US" altLang="en-US" sz="2000" b="1" i="1" u="sng" dirty="0"/>
              <a:t>Common Patterns </a:t>
            </a:r>
            <a:r>
              <a:rPr lang="en-US" altLang="en-US" sz="2000" dirty="0"/>
              <a:t>exist.</a:t>
            </a:r>
          </a:p>
          <a:p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 Errors</a:t>
            </a:r>
          </a:p>
          <a:p>
            <a:pPr lvl="1"/>
            <a:r>
              <a:rPr lang="en-US" altLang="en-US" sz="2000" dirty="0"/>
              <a:t>is a method or set of instructions used to perform a task or instruction.</a:t>
            </a:r>
          </a:p>
          <a:p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Brute-force Attacks</a:t>
            </a:r>
          </a:p>
          <a:p>
            <a:pPr lvl="1"/>
            <a:r>
              <a:rPr lang="en-US" altLang="en-US" sz="2000" dirty="0"/>
              <a:t>can be accomplished by applying </a:t>
            </a:r>
            <a:r>
              <a:rPr lang="en-US" altLang="en-US" sz="2000" b="1" i="1" u="sng" dirty="0"/>
              <a:t>every possible combination of characters that could be the key</a:t>
            </a:r>
          </a:p>
          <a:p>
            <a:pPr lvl="1"/>
            <a:r>
              <a:rPr lang="en-US" altLang="en-US" sz="2000" b="1" i="1" u="sng" dirty="0"/>
              <a:t>Guaranteed Successful (over time)</a:t>
            </a:r>
          </a:p>
          <a:p>
            <a:pPr lvl="1"/>
            <a:r>
              <a:rPr lang="en-US" altLang="en-US" sz="2000" b="1" i="1" u="sng" dirty="0"/>
              <a:t>Slowest Technique</a:t>
            </a:r>
            <a:endParaRPr lang="en-US" altLang="en-US" sz="2000" dirty="0"/>
          </a:p>
          <a:p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Exploiting Human Error</a:t>
            </a:r>
          </a:p>
          <a:p>
            <a:pPr lvl="1"/>
            <a:r>
              <a:rPr lang="en-US" altLang="en-US" sz="2000" dirty="0"/>
              <a:t>Human error is one of the major causes of encryption vulnerabilities.</a:t>
            </a:r>
          </a:p>
          <a:p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Rainbow Tables</a:t>
            </a:r>
          </a:p>
          <a:p>
            <a:pPr lvl="1"/>
            <a:r>
              <a:rPr lang="en-US" altLang="en-US" sz="2000" dirty="0"/>
              <a:t>a precomputed table for reversing cryptographic hash functions, usually for cracking </a:t>
            </a:r>
            <a:r>
              <a:rPr lang="en-US" altLang="en-US" sz="2000" b="1" i="1" u="sng" dirty="0"/>
              <a:t>Password Hashes</a:t>
            </a:r>
          </a:p>
        </p:txBody>
      </p:sp>
    </p:spTree>
    <p:extLst>
      <p:ext uri="{BB962C8B-B14F-4D97-AF65-F5344CB8AC3E}">
        <p14:creationId xmlns:p14="http://schemas.microsoft.com/office/powerpoint/2010/main" val="1131658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C9604D2-D897-41F7-88B7-3EC2A778E1F7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0" y="304800"/>
            <a:ext cx="6400800" cy="11430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/>
              <a:t>Industry Associations and the Developmental Process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7DE9876-87ED-4E18-B1B5-86E26ECC0981}"/>
              </a:ext>
            </a:extLst>
          </p:cNvPr>
          <p:cNvSpPr txBox="1">
            <a:spLocks/>
          </p:cNvSpPr>
          <p:nvPr/>
        </p:nvSpPr>
        <p:spPr>
          <a:xfrm>
            <a:off x="990600" y="1630362"/>
            <a:ext cx="7924800" cy="47704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000" dirty="0"/>
              <a:t>    The need for security in specific industries, such as the banking industry, has driven the development of standards.</a:t>
            </a:r>
          </a:p>
          <a:p>
            <a:r>
              <a:rPr lang="en-US" altLang="en-US" sz="2400" dirty="0"/>
              <a:t>American Bankers Association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ABA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Internet Engineering Task Force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IETF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Internet Society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ISOC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World Wide Web Consortium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W3C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International Telecommunications Union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ITU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Institute of Electrical and Electronics Engineers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IEEE</a:t>
            </a:r>
            <a:r>
              <a:rPr lang="en-US" altLang="en-US" sz="2400" dirty="0"/>
              <a:t>)</a:t>
            </a:r>
          </a:p>
          <a:p>
            <a:r>
              <a:rPr lang="en-US" altLang="en-US" sz="24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Domain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Cryptography</a:t>
            </a:r>
          </a:p>
          <a:p>
            <a:pPr lvl="1"/>
            <a:r>
              <a:rPr lang="en-US" altLang="en-US" sz="1800" dirty="0"/>
              <a:t>Pretty Good Privacy (</a:t>
            </a:r>
            <a:r>
              <a:rPr lang="en-US" altLang="en-US" sz="1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PGP</a:t>
            </a:r>
            <a:r>
              <a:rPr lang="en-US" altLang="en-US" sz="1800" dirty="0"/>
              <a:t>) – Open source and free</a:t>
            </a:r>
          </a:p>
          <a:p>
            <a:pPr lvl="1"/>
            <a:r>
              <a:rPr lang="en-US" altLang="en-US" sz="1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GPG</a:t>
            </a:r>
          </a:p>
          <a:p>
            <a:pPr lvl="2"/>
            <a:r>
              <a:rPr lang="en-US" altLang="en-US" sz="1400" dirty="0"/>
              <a:t>GNU Privacy Guard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892259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8B0E-E600-47A6-859A-4A313339F262}"/>
              </a:ext>
            </a:extLst>
          </p:cNvPr>
          <p:cNvSpPr txBox="1">
            <a:spLocks/>
          </p:cNvSpPr>
          <p:nvPr/>
        </p:nvSpPr>
        <p:spPr>
          <a:xfrm>
            <a:off x="2286000" y="274638"/>
            <a:ext cx="6400800" cy="487362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Some Standards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E5C11-E204-4AD4-AF53-27986E3F13AB}"/>
              </a:ext>
            </a:extLst>
          </p:cNvPr>
          <p:cNvSpPr txBox="1">
            <a:spLocks/>
          </p:cNvSpPr>
          <p:nvPr/>
        </p:nvSpPr>
        <p:spPr>
          <a:xfrm>
            <a:off x="1066800" y="990600"/>
            <a:ext cx="7772400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PII</a:t>
            </a:r>
          </a:p>
          <a:p>
            <a:pPr lvl="1"/>
            <a:r>
              <a:rPr lang="en-US" dirty="0"/>
              <a:t>Personally Identifiable Information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</a:t>
            </a:r>
          </a:p>
          <a:p>
            <a:pPr lvl="1"/>
            <a:r>
              <a:rPr lang="en-US" dirty="0"/>
              <a:t>Payment Card Industry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HIPAA</a:t>
            </a:r>
          </a:p>
          <a:p>
            <a:pPr lvl="1"/>
            <a:r>
              <a:rPr lang="en-US" dirty="0"/>
              <a:t>Health Insurance Portability &amp; Accountability Act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FIPS</a:t>
            </a:r>
          </a:p>
          <a:p>
            <a:pPr lvl="1"/>
            <a:r>
              <a:rPr lang="en-US" dirty="0"/>
              <a:t>Federal Information Processing Standards</a:t>
            </a:r>
          </a:p>
        </p:txBody>
      </p:sp>
    </p:spTree>
    <p:extLst>
      <p:ext uri="{BB962C8B-B14F-4D97-AF65-F5344CB8AC3E}">
        <p14:creationId xmlns:p14="http://schemas.microsoft.com/office/powerpoint/2010/main" val="21114799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Understanding cryptography is important to progressing into pen testing.</a:t>
            </a:r>
          </a:p>
          <a:p>
            <a:r>
              <a:rPr lang="en-US" sz="2800" dirty="0"/>
              <a:t>Cryptography keeps data and services safe.</a:t>
            </a:r>
          </a:p>
          <a:p>
            <a:r>
              <a:rPr lang="en-US" sz="2800" dirty="0"/>
              <a:t>Cryptography provides confidentiality, integrity, non-repudiation, and authentication services.</a:t>
            </a:r>
          </a:p>
          <a:p>
            <a:r>
              <a:rPr lang="en-US" sz="2800" dirty="0"/>
              <a:t>Technologies such as SSL, IPSec and others would not be possible without cryptography.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467343249"/>
      </p:ext>
    </p:extLst>
  </p:cSld>
  <p:clrMapOvr>
    <a:masterClrMapping/>
  </p:clrMapOvr>
</p:sld>
</file>

<file path=ppt/theme/theme1.xml><?xml version="1.0" encoding="utf-8"?>
<a:theme xmlns:a="http://schemas.openxmlformats.org/drawingml/2006/main" name="PMP_4106_Ch01">
  <a:themeElements>
    <a:clrScheme name="PMP_4106_Ch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MP_4106_Ch0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MP_4106_Ch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_4106_Ch0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P_4106_Ch0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_4106_Ch0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_4106_Ch0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_4106_Ch0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_4106_Ch0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2684</Words>
  <Application>Microsoft Office PowerPoint</Application>
  <PresentationFormat>On-screen Show (4:3)</PresentationFormat>
  <Paragraphs>414</Paragraphs>
  <Slides>53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Garamond</vt:lpstr>
      <vt:lpstr>Times New Roman</vt:lpstr>
      <vt:lpstr>PMP_4106_Ch01</vt:lpstr>
      <vt:lpstr>Cross-Course Cryptography</vt:lpstr>
      <vt:lpstr>PowerPoint Presentation</vt:lpstr>
      <vt:lpstr>PowerPoint Presentation</vt:lpstr>
      <vt:lpstr>Crypto &amp; Computer History Intersect</vt:lpstr>
      <vt:lpstr>Charles Babbage – “Analytic Machine” - 1822</vt:lpstr>
      <vt:lpstr>PowerPoint Presentation</vt:lpstr>
      <vt:lpstr>PowerPoint Presentation</vt:lpstr>
      <vt:lpstr>PowerPoint Presentation</vt:lpstr>
      <vt:lpstr>Bletchley Park</vt:lpstr>
      <vt:lpstr>“The Bombe” by Turing (Lorenz Cipher)</vt:lpstr>
      <vt:lpstr>Colossus – Set of Computers</vt:lpstr>
      <vt:lpstr>Colossus…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Goals of Cryptography</vt:lpstr>
      <vt:lpstr>Understanding Cryptography</vt:lpstr>
      <vt:lpstr>What Is Cryptography?</vt:lpstr>
      <vt:lpstr>Hieroglyphics as an Example</vt:lpstr>
      <vt:lpstr>Modern Applications of Cryptography</vt:lpstr>
      <vt:lpstr>Important Terms and How They Work</vt:lpstr>
      <vt:lpstr>Introducing Symmetric Cryptography</vt:lpstr>
      <vt:lpstr>Examples of Symmetric Algorithms</vt:lpstr>
      <vt:lpstr>PowerPoint Presentation</vt:lpstr>
      <vt:lpstr>Asymmetric or Public Key Cryptography</vt:lpstr>
      <vt:lpstr>Asymmetric Encryption</vt:lpstr>
      <vt:lpstr>PowerPoint Presentation</vt:lpstr>
      <vt:lpstr>About That Hash</vt:lpstr>
      <vt:lpstr>Hashing Algorithms</vt:lpstr>
      <vt:lpstr>Hashing in Digital Signatures -Process</vt:lpstr>
      <vt:lpstr>The Role of Digital Certificates</vt:lpstr>
      <vt:lpstr>Certificates</vt:lpstr>
      <vt:lpstr>Certificates …</vt:lpstr>
      <vt:lpstr>Certificate Revocation</vt:lpstr>
      <vt:lpstr>PowerPoint Presentation</vt:lpstr>
      <vt:lpstr>PowerPoint Presentation</vt:lpstr>
      <vt:lpstr>Public Key Infrastructure (PKI)</vt:lpstr>
      <vt:lpstr>Certification Authorities</vt:lpstr>
      <vt:lpstr>Building a PKI System</vt:lpstr>
      <vt:lpstr>PKI Trust Models</vt:lpstr>
      <vt:lpstr>Trust Models…</vt:lpstr>
      <vt:lpstr>Applications of Cryptography: IPSec</vt:lpstr>
      <vt:lpstr>Applications of Cryptography: PGP</vt:lpstr>
      <vt:lpstr>Applications of Cryptography: Secure Sockets Layer</vt:lpstr>
      <vt:lpstr>Applications of Cryptography</vt:lpstr>
      <vt:lpstr>Applications of Cryptography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2020-03-04T14:08:20Z</dcterms:created>
  <dcterms:modified xsi:type="dcterms:W3CDTF">2020-03-11T18:40:49Z</dcterms:modified>
</cp:coreProperties>
</file>