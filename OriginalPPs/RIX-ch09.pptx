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9" r:id="rId3"/>
    <p:sldId id="272" r:id="rId4"/>
    <p:sldId id="274" r:id="rId5"/>
    <p:sldId id="273" r:id="rId6"/>
    <p:sldId id="275" r:id="rId7"/>
    <p:sldId id="276" r:id="rId8"/>
    <p:sldId id="266" r:id="rId9"/>
    <p:sldId id="277" r:id="rId10"/>
    <p:sldId id="27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E9AB1-446D-425E-BFB9-66C5417D642A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5AA9B-8AD8-4AE9-87A0-BCE0D2626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8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89D8196-D92F-42F5-901C-5B082420BF7B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873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2F876D2-7355-4909-80C1-6512F858ABC7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576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4B591953-2E45-4C6A-8B48-8EDE45D6B98A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8536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4B591953-2E45-4C6A-8B48-8EDE45D6B98A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79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9A09C95-C37E-45BE-8EAB-7F6C223C6648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63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9:</a:t>
            </a:r>
          </a:p>
          <a:p>
            <a:r>
              <a:rPr lang="en-US" altLang="en-US" dirty="0"/>
              <a:t>Threats, Attacks, and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85230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Chapter 9: Threats, Attacks, and Vulnerabilities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828800"/>
            <a:ext cx="7010400" cy="4525963"/>
          </a:xfrm>
          <a:noFill/>
        </p:spPr>
        <p:txBody>
          <a:bodyPr>
            <a:normAutofit/>
          </a:bodyPr>
          <a:lstStyle/>
          <a:p>
            <a:r>
              <a:rPr lang="en-US" altLang="en-US" sz="2800" dirty="0"/>
              <a:t>Given a scenario, analyze indicators of compromise and determine the type of malware</a:t>
            </a:r>
          </a:p>
          <a:p>
            <a:r>
              <a:rPr lang="en-US" altLang="en-US" sz="2800" dirty="0"/>
              <a:t>Compare and contrast types of attacks</a:t>
            </a:r>
          </a:p>
          <a:p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1079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Living in a World of Viruses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Symptoms of a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Malware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7" y="2133600"/>
            <a:ext cx="51911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0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Malware and Crypto-Malware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143000"/>
            <a:ext cx="6400800" cy="5562600"/>
          </a:xfrm>
        </p:spPr>
        <p:txBody>
          <a:bodyPr>
            <a:normAutofit/>
          </a:bodyPr>
          <a:lstStyle/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</a:t>
            </a:r>
            <a:r>
              <a:rPr lang="en-US" sz="2000" dirty="0"/>
              <a:t> – must attach to a “hosting application / Utility”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Worm</a:t>
            </a:r>
            <a:r>
              <a:rPr lang="en-US" sz="2000" dirty="0"/>
              <a:t> – Standalone Application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Trojan</a:t>
            </a:r>
            <a:r>
              <a:rPr lang="en-US" sz="2000" dirty="0"/>
              <a:t> – Enters your System via Deception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Rootkit</a:t>
            </a:r>
            <a:r>
              <a:rPr lang="en-US" sz="2000" dirty="0"/>
              <a:t> – Strong Malware that invades and locks-down the “Root” of the File System (used at Bootstrap time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Keylogger</a:t>
            </a:r>
            <a:r>
              <a:rPr lang="en-US" sz="2000" dirty="0"/>
              <a:t> – Copies (later sends) every character typed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Adware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Spyware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</a:t>
            </a:r>
            <a:r>
              <a:rPr lang="en-US" sz="2000" dirty="0"/>
              <a:t> – short for “Robot” Software</a:t>
            </a:r>
          </a:p>
          <a:p>
            <a:pPr lvl="1"/>
            <a:r>
              <a:rPr lang="en-US" sz="1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BOTNET</a:t>
            </a:r>
          </a:p>
          <a:p>
            <a:r>
              <a:rPr lang="en-US" sz="20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</a:t>
            </a:r>
            <a:r>
              <a:rPr lang="en-US" sz="2000" dirty="0"/>
              <a:t> and </a:t>
            </a:r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DDoS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</a:t>
            </a:r>
            <a:r>
              <a:rPr lang="en-US" sz="2000" dirty="0"/>
              <a:t> (Remote Access Trojan):</a:t>
            </a:r>
          </a:p>
          <a:p>
            <a:pPr lvl="1"/>
            <a:r>
              <a:rPr lang="en-US" sz="1600" dirty="0"/>
              <a:t>includes a back door for administrative control over the target computer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 Bomb</a:t>
            </a:r>
          </a:p>
          <a:p>
            <a:r>
              <a:rPr 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Backdoor</a:t>
            </a:r>
          </a:p>
        </p:txBody>
      </p:sp>
    </p:spTree>
    <p:extLst>
      <p:ext uri="{BB962C8B-B14F-4D97-AF65-F5344CB8AC3E}">
        <p14:creationId xmlns:p14="http://schemas.microsoft.com/office/powerpoint/2010/main" val="162299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990600"/>
            <a:ext cx="6705600" cy="5715000"/>
          </a:xfrm>
        </p:spPr>
        <p:txBody>
          <a:bodyPr>
            <a:normAutofit fontScale="55000" lnSpcReduction="2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Armored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Designed to be very difficult to reverse engineer and analyze</a:t>
            </a:r>
          </a:p>
          <a:p>
            <a:pPr lvl="1"/>
            <a:r>
              <a:rPr lang="en-US" dirty="0"/>
              <a:t>Overly large, because it contains a large amount of misleading logic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Stores itself in a file that is named similar to another program file that is commonly executed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Macro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Written in the same </a:t>
            </a:r>
            <a:r>
              <a:rPr lang="en-US" b="1" dirty="0"/>
              <a:t>macro</a:t>
            </a:r>
            <a:r>
              <a:rPr lang="en-US" dirty="0"/>
              <a:t> language used for software programs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Multipartite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Infects and spreads in multiple ways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Phage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Rather than attaching to host files, will modify host file programs. It usually modifies the beginning of the executable code, destroying files in the process.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Polymorphic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Self-encrypted virus designed to avoid detection by a scanner</a:t>
            </a:r>
          </a:p>
          <a:p>
            <a:pPr lvl="1"/>
            <a:r>
              <a:rPr lang="en-US" dirty="0"/>
              <a:t>duplicates itself by creating usable, albeit slightly modified, copies of itself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Retrovirus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Attempt to disable and infect the antivirus software in order to avoid detection in the computer system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Stealth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Hidden computer virus that attacks operating system processes and averts typical anti-virus or anti-malware scans</a:t>
            </a:r>
          </a:p>
        </p:txBody>
      </p:sp>
    </p:spTree>
    <p:extLst>
      <p:ext uri="{BB962C8B-B14F-4D97-AF65-F5344CB8AC3E}">
        <p14:creationId xmlns:p14="http://schemas.microsoft.com/office/powerpoint/2010/main" val="31506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1628775"/>
            <a:ext cx="5429250" cy="47070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3BF4C8-D916-4C56-A325-5F6057837EE9}"/>
              </a:ext>
            </a:extLst>
          </p:cNvPr>
          <p:cNvSpPr txBox="1"/>
          <p:nvPr/>
        </p:nvSpPr>
        <p:spPr>
          <a:xfrm>
            <a:off x="7010400" y="379761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sz="1400" dirty="0"/>
              <a:t>Bots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49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6294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Man-in-the-Middle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Buffer Overflow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Injection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Cross-site scripting (XSS)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Web application is sent a script that activates when it is read by an unsuspecting user's browser or by an application that has not protected itself against </a:t>
            </a:r>
            <a:r>
              <a:rPr lang="en-US" b="1" dirty="0"/>
              <a:t>cross-site scripting</a:t>
            </a:r>
            <a:endParaRPr lang="en-US" dirty="0"/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Cross-site Request Forgery(XSRF)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One-click attack or Session Riding and </a:t>
            </a:r>
          </a:p>
          <a:p>
            <a:pPr lvl="1"/>
            <a:r>
              <a:rPr lang="en-US" dirty="0"/>
              <a:t>Unauthorized commands are transmitted from a user that the web application trusts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Privilege Escalation</a:t>
            </a:r>
          </a:p>
        </p:txBody>
      </p:sp>
    </p:spTree>
    <p:extLst>
      <p:ext uri="{BB962C8B-B14F-4D97-AF65-F5344CB8AC3E}">
        <p14:creationId xmlns:p14="http://schemas.microsoft.com/office/powerpoint/2010/main" val="84176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Other Types of Attacks</a:t>
            </a:r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>
          <a:xfrm>
            <a:off x="2286000" y="1600200"/>
            <a:ext cx="6705600" cy="5029200"/>
          </a:xfrm>
        </p:spPr>
        <p:txBody>
          <a:bodyPr/>
          <a:lstStyle/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ARP poisoning</a:t>
            </a:r>
          </a:p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Amplification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 poisoning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hijacking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Man-in-the-browser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Zero-day exploits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Replay attacks</a:t>
            </a:r>
          </a:p>
        </p:txBody>
      </p:sp>
    </p:spTree>
    <p:extLst>
      <p:ext uri="{BB962C8B-B14F-4D97-AF65-F5344CB8AC3E}">
        <p14:creationId xmlns:p14="http://schemas.microsoft.com/office/powerpoint/2010/main" val="392554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57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Other Types of Attacks</a:t>
            </a:r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5410200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the Hash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Allows an attacker to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Authenticate</a:t>
            </a:r>
            <a:r>
              <a:rPr lang="en-US" altLang="en-US" dirty="0"/>
              <a:t> to a remote server or service using the underlying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NTLM</a:t>
            </a:r>
            <a:r>
              <a:rPr lang="en-US" altLang="en-US" dirty="0"/>
              <a:t> or </a:t>
            </a:r>
            <a:r>
              <a:rPr lang="en-US" altLang="en-US" b="1" i="1" u="sng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LanMan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Hash</a:t>
            </a:r>
            <a:r>
              <a:rPr lang="en-US" altLang="en-US" dirty="0"/>
              <a:t> of a </a:t>
            </a:r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User's</a:t>
            </a:r>
            <a:r>
              <a:rPr lang="en-US" altLang="en-US" dirty="0"/>
              <a:t>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Password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Hijacking</a:t>
            </a:r>
            <a:r>
              <a:rPr lang="en-US" altLang="en-US" dirty="0"/>
              <a:t> and related attacks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Driver Manipulation</a:t>
            </a:r>
          </a:p>
        </p:txBody>
      </p:sp>
    </p:spTree>
    <p:extLst>
      <p:ext uri="{BB962C8B-B14F-4D97-AF65-F5344CB8AC3E}">
        <p14:creationId xmlns:p14="http://schemas.microsoft.com/office/powerpoint/2010/main" val="371164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 and IP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Spoofing</a:t>
            </a:r>
            <a:r>
              <a:rPr lang="en-US" dirty="0"/>
              <a:t> Attacks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9" y="2257424"/>
            <a:ext cx="6037921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5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Five Tasks for Finding Threats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133600" y="1600200"/>
            <a:ext cx="6858000" cy="4800600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Passively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Testing </a:t>
            </a:r>
            <a:r>
              <a:rPr lang="en-US" altLang="en-US" dirty="0"/>
              <a:t>security controls</a:t>
            </a:r>
          </a:p>
          <a:p>
            <a:pPr lvl="1"/>
            <a:r>
              <a:rPr lang="en-US" altLang="en-US" dirty="0"/>
              <a:t>Means, “</a:t>
            </a:r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Analytically</a:t>
            </a:r>
            <a:r>
              <a:rPr lang="en-US" altLang="en-US" dirty="0"/>
              <a:t>”</a:t>
            </a:r>
          </a:p>
          <a:p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Interpreting</a:t>
            </a:r>
            <a:r>
              <a:rPr lang="en-US" altLang="en-US" dirty="0"/>
              <a:t> results</a:t>
            </a:r>
          </a:p>
          <a:p>
            <a:r>
              <a:rPr lang="en-US" altLang="en-US" b="1" i="1" u="sng" dirty="0">
                <a:solidFill>
                  <a:srgbClr val="FFFF00"/>
                </a:solidFill>
                <a:highlight>
                  <a:srgbClr val="C0C0C0"/>
                </a:highlight>
              </a:rPr>
              <a:t>Identifying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Vulnerability</a:t>
            </a:r>
          </a:p>
          <a:p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Identifying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lack of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Controls</a:t>
            </a:r>
          </a:p>
          <a:p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Identifying</a:t>
            </a:r>
            <a:r>
              <a:rPr lang="en-US" altLang="en-US" dirty="0"/>
              <a:t> common </a:t>
            </a:r>
            <a:r>
              <a:rPr lang="en-US" altLang="en-US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196809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/>
              <a:t>Security Tools</a:t>
            </a:r>
            <a:endParaRPr lang="en-US" altLang="en-US" sz="4000" b="0"/>
          </a:p>
        </p:txBody>
      </p:sp>
      <p:sp>
        <p:nvSpPr>
          <p:cNvPr id="1433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Vulnerability Scanners</a:t>
            </a:r>
          </a:p>
          <a:p>
            <a:r>
              <a:rPr lang="en-US" altLang="en-US" sz="28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Honeypots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altLang="en-US" sz="2800" b="1" i="1" u="sng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Honeynets</a:t>
            </a:r>
          </a:p>
          <a:p>
            <a:r>
              <a:rPr lang="en-US" altLang="en-US" sz="2800" b="1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Scanner</a:t>
            </a:r>
          </a:p>
          <a:p>
            <a:r>
              <a:rPr lang="en-US" altLang="en-US" sz="28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Banner Grabbing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400" dirty="0"/>
              <a:t>Gain information about a computer system on a network and the services running on its open ports</a:t>
            </a:r>
          </a:p>
          <a:p>
            <a:pPr lvl="1"/>
            <a:r>
              <a:rPr lang="en-US" altLang="en-US" sz="2400" dirty="0"/>
              <a:t>Administrators can use this to take inventory of the systems and services on their network</a:t>
            </a:r>
          </a:p>
          <a:p>
            <a:endParaRPr lang="en-US" altLang="en-US" sz="2000" dirty="0"/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7744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Risk Calculations/Assessment Types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209800" y="1417639"/>
            <a:ext cx="6629400" cy="5165724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Baseline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Reporting</a:t>
            </a:r>
          </a:p>
          <a:p>
            <a:r>
              <a:rPr lang="en-US" altLang="en-US" b="1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Review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Determine </a:t>
            </a:r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 Surface</a:t>
            </a:r>
          </a:p>
          <a:p>
            <a:r>
              <a:rPr lang="en-US" alt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</a:t>
            </a:r>
          </a:p>
          <a:p>
            <a:r>
              <a:rPr lang="en-US" altLang="en-US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41168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522</Words>
  <Application>Microsoft Office PowerPoint</Application>
  <PresentationFormat>On-screen Show (4:3)</PresentationFormat>
  <Paragraphs>93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CompTIA Security+ Study Guide (SY0-501)</vt:lpstr>
      <vt:lpstr>Chapter 9: Threats, Attacks, and Vulnerabilities</vt:lpstr>
      <vt:lpstr>Living in a World of Viruses</vt:lpstr>
      <vt:lpstr>Malware and Crypto-Malware</vt:lpstr>
      <vt:lpstr>Types of Viruses</vt:lpstr>
      <vt:lpstr>DDoS</vt:lpstr>
      <vt:lpstr>Other Attacks</vt:lpstr>
      <vt:lpstr>Other Types of Attacks</vt:lpstr>
      <vt:lpstr>Other Types of Attacks</vt:lpstr>
      <vt:lpstr>MAC and IP Spoofing Attacks</vt:lpstr>
      <vt:lpstr>Five Tasks for Finding Threats</vt:lpstr>
      <vt:lpstr>Security Tools</vt:lpstr>
      <vt:lpstr>Risk Calculations/Assessment Types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18</cp:revision>
  <dcterms:created xsi:type="dcterms:W3CDTF">2013-06-05T20:52:46Z</dcterms:created>
  <dcterms:modified xsi:type="dcterms:W3CDTF">2020-03-17T14:03:28Z</dcterms:modified>
</cp:coreProperties>
</file>