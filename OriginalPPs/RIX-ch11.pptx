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7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250DE-0518-4EC9-A76D-AD7412893677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D8B56-B7FA-4A96-AC13-109070B14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8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5DFEBE7-3F07-45BA-9300-FFDFA4F8359E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35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EF3962C-6620-46C7-AE94-D82F017269BF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553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</a:pPr>
            <a:fld id="{D86DDF51-746F-4708-A871-B0BC2A5732BE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484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886200"/>
            <a:ext cx="6629400" cy="1752600"/>
          </a:xfrm>
        </p:spPr>
        <p:txBody>
          <a:bodyPr/>
          <a:lstStyle/>
          <a:p>
            <a:r>
              <a:rPr lang="en-US" altLang="en-US" dirty="0"/>
              <a:t>Chapter 11:</a:t>
            </a:r>
          </a:p>
          <a:p>
            <a:r>
              <a:rPr lang="en-US" altLang="en-US" dirty="0"/>
              <a:t>Security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81880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dirty="0"/>
              <a:t>Given a scenario, deploy mobile devices securely</a:t>
            </a:r>
          </a:p>
          <a:p>
            <a:r>
              <a:rPr lang="en-US" altLang="en-US" sz="3600" dirty="0"/>
              <a:t>Given a scenario, differentiate common account management practices</a:t>
            </a:r>
          </a:p>
          <a:p>
            <a:endParaRPr lang="en-US" altLang="en-US" sz="2800" dirty="0"/>
          </a:p>
        </p:txBody>
      </p:sp>
      <p:sp>
        <p:nvSpPr>
          <p:cNvPr id="307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11:  Security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97579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Connection Types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5105400"/>
          </a:xfrm>
        </p:spPr>
        <p:txBody>
          <a:bodyPr>
            <a:normAutofit fontScale="55000" lnSpcReduction="20000"/>
          </a:bodyPr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Cellular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Bluetooth:</a:t>
            </a:r>
          </a:p>
          <a:p>
            <a:pPr lvl="1"/>
            <a:r>
              <a:rPr lang="en-US" altLang="en-US" dirty="0"/>
              <a:t>Faster, Longer distance than ANT+, but less than normal WI-FI</a:t>
            </a:r>
          </a:p>
          <a:p>
            <a:pPr lvl="1"/>
            <a:r>
              <a:rPr lang="en-US" altLang="en-US" dirty="0"/>
              <a:t>2.4 GHz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Wi-Fi</a:t>
            </a:r>
          </a:p>
          <a:p>
            <a:pPr lvl="1"/>
            <a:r>
              <a:rPr lang="en-US" altLang="en-US" dirty="0"/>
              <a:t>2.4 GHz or 5 GHz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 (Advanced/Adaptive Network Tech.)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Ultra-Low Power (ULP) wireless networking protocol:</a:t>
            </a:r>
          </a:p>
          <a:p>
            <a:pPr lvl="2"/>
            <a:r>
              <a:rPr lang="en-US" altLang="en-US" dirty="0"/>
              <a:t>2.4 GHz, Low Bit-Rate Xfer from Sensors</a:t>
            </a:r>
          </a:p>
          <a:p>
            <a:pPr lvl="2"/>
            <a:r>
              <a:rPr lang="en-US" altLang="en-US" dirty="0"/>
              <a:t>Distance = typically less than 5 feet</a:t>
            </a:r>
          </a:p>
          <a:p>
            <a:pPr lvl="1"/>
            <a:r>
              <a:rPr lang="en-US" altLang="en-US" dirty="0"/>
              <a:t>Allows you to view your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Sport</a:t>
            </a:r>
            <a:r>
              <a:rPr lang="en-US" altLang="en-US" dirty="0"/>
              <a:t>,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Fitness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Monitoring </a:t>
            </a:r>
            <a:r>
              <a:rPr lang="en-US" altLang="en-US" dirty="0"/>
              <a:t>data in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</a:t>
            </a:r>
            <a:r>
              <a:rPr lang="en-US" altLang="en-US" dirty="0"/>
              <a:t> on your mobile device</a:t>
            </a:r>
          </a:p>
          <a:p>
            <a:pPr lvl="1"/>
            <a:r>
              <a:rPr lang="en-US" altLang="en-US" dirty="0"/>
              <a:t>Proprietary to __, but Open Access</a:t>
            </a:r>
          </a:p>
          <a:p>
            <a:pPr lvl="1"/>
            <a:r>
              <a:rPr lang="en-US" altLang="en-US" dirty="0"/>
              <a:t>~2003 by Daystream:</a:t>
            </a:r>
          </a:p>
          <a:p>
            <a:pPr lvl="2"/>
            <a:r>
              <a:rPr lang="en-US" altLang="en-US" dirty="0"/>
              <a:t>ANT+ ~ 2004</a:t>
            </a:r>
          </a:p>
          <a:p>
            <a:pPr lvl="3"/>
            <a:r>
              <a:rPr lang="en-US" altLang="en-US" dirty="0"/>
              <a:t>Daystream purchased by Garmin in 2006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Infrared</a:t>
            </a:r>
          </a:p>
          <a:p>
            <a:pPr lvl="1"/>
            <a:r>
              <a:rPr lang="en-US" altLang="en-US" dirty="0"/>
              <a:t>Can’t penetrate solid objects (walls)</a:t>
            </a:r>
          </a:p>
          <a:p>
            <a:pPr lvl="1"/>
            <a:r>
              <a:rPr lang="en-US" altLang="en-US" dirty="0"/>
              <a:t>Generally less than 5 to 10 feet (tops)</a:t>
            </a:r>
          </a:p>
          <a:p>
            <a:r>
              <a:rPr lang="en-US" alt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SATCOM</a:t>
            </a:r>
            <a:endParaRPr lang="en-US" alt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377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Mobile Devices</a:t>
            </a:r>
          </a:p>
        </p:txBody>
      </p:sp>
      <p:sp>
        <p:nvSpPr>
          <p:cNvPr id="5123" name="Content Placeholder 3"/>
          <p:cNvSpPr>
            <a:spLocks noGrp="1"/>
          </p:cNvSpPr>
          <p:nvPr>
            <p:ph idx="1"/>
          </p:nvPr>
        </p:nvSpPr>
        <p:spPr>
          <a:xfrm>
            <a:off x="2286000" y="1600200"/>
            <a:ext cx="6705600" cy="4525963"/>
          </a:xfrm>
        </p:spPr>
        <p:txBody>
          <a:bodyPr/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Geofencing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Use of </a:t>
            </a:r>
            <a:r>
              <a:rPr lang="en-US" altLang="en-US" b="1" i="1" u="sng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GPS</a:t>
            </a:r>
            <a:r>
              <a:rPr lang="en-US" altLang="en-US" dirty="0"/>
              <a:t> or </a:t>
            </a:r>
            <a:r>
              <a:rPr lang="en-US" altLang="en-US" b="1" i="1" u="sng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RFID</a:t>
            </a:r>
            <a:r>
              <a:rPr lang="en-US" altLang="en-US" dirty="0"/>
              <a:t> technology to create a Virtual Geographic Boundary enabling software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trigger a response when a mobile device enters or leaves a particular area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343400"/>
            <a:ext cx="4648200" cy="208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16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Account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 Types</a:t>
            </a:r>
          </a:p>
          <a:p>
            <a:pPr lvl="1"/>
            <a:r>
              <a:rPr lang="en-US" dirty="0"/>
              <a:t>User</a:t>
            </a:r>
          </a:p>
          <a:p>
            <a:pPr lvl="1"/>
            <a:r>
              <a:rPr lang="en-US" dirty="0"/>
              <a:t>Group</a:t>
            </a:r>
          </a:p>
          <a:p>
            <a:pPr lvl="1"/>
            <a:r>
              <a:rPr lang="en-US" dirty="0"/>
              <a:t>Role</a:t>
            </a:r>
          </a:p>
          <a:p>
            <a:pPr lvl="1"/>
            <a:r>
              <a:rPr lang="en-US" dirty="0"/>
              <a:t>Computer</a:t>
            </a:r>
          </a:p>
          <a:p>
            <a:r>
              <a:rPr lang="en-US" dirty="0"/>
              <a:t>General concepts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Usage Audits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Privilege Audits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Onboarding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Offboarding</a:t>
            </a:r>
          </a:p>
        </p:txBody>
      </p:sp>
    </p:spTree>
    <p:extLst>
      <p:ext uri="{BB962C8B-B14F-4D97-AF65-F5344CB8AC3E}">
        <p14:creationId xmlns:p14="http://schemas.microsoft.com/office/powerpoint/2010/main" val="774430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202</Words>
  <Application>Microsoft Office PowerPoint</Application>
  <PresentationFormat>On-screen Show (4:3)</PresentationFormat>
  <Paragraphs>43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CompTIA Security+ Study Guide (SY0-501)</vt:lpstr>
      <vt:lpstr>Chapter 11:  Security Administration</vt:lpstr>
      <vt:lpstr>Connection Types</vt:lpstr>
      <vt:lpstr>Mobile Devices</vt:lpstr>
      <vt:lpstr>Account Management Concepts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12</cp:revision>
  <dcterms:created xsi:type="dcterms:W3CDTF">2013-06-05T20:52:46Z</dcterms:created>
  <dcterms:modified xsi:type="dcterms:W3CDTF">2020-03-16T15:58:22Z</dcterms:modified>
</cp:coreProperties>
</file>